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7" r:id="rId18"/>
    <p:sldId id="278" r:id="rId19"/>
    <p:sldId id="279" r:id="rId20"/>
    <p:sldId id="281" r:id="rId21"/>
  </p:sldIdLst>
  <p:sldSz cx="12192000" cy="6858000"/>
  <p:notesSz cx="6858000" cy="12192000"/>
  <p:embeddedFontLst>
    <p:embeddedFont>
      <p:font typeface="MiSans" panose="020B0604020202020204" charset="-122"/>
      <p:regular r:id="rId23"/>
    </p:embeddedFont>
    <p:embeddedFont>
      <p:font typeface="Noto Sans SC" panose="020B0604020202020204" charset="-128"/>
      <p:regular r:id="rId24"/>
    </p:embeddedFont>
    <p:embeddedFont>
      <p:font typeface="Arial Black" panose="020B0A04020102020204" pitchFamily="34" charset="0"/>
      <p:bold r:id="rId25"/>
    </p:embeddedFont>
    <p:embeddedFont>
      <p:font typeface="Arial Rounded MT Bold" panose="020F0704030504030204" pitchFamily="34" charset="0"/>
      <p:regular r:id="rId26"/>
    </p:embeddedFont>
    <p:embeddedFont>
      <p:font typeface="B Nazanin" panose="020B0604020202020204" charset="-78"/>
      <p:regular r:id="rId27"/>
      <p:bold r:id="rId28"/>
    </p:embeddedFont>
    <p:embeddedFont>
      <p:font typeface="B Zar" panose="020B0604020202020204" charset="-78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18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" y="2074336"/>
            <a:ext cx="1828800" cy="1892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2981196" y="1408579"/>
            <a:ext cx="8672642" cy="1913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گیت و </a:t>
            </a:r>
            <a:r>
              <a:rPr lang="en-US" sz="6000" b="1" dirty="0" err="1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گیت</a:t>
            </a:r>
            <a:r>
              <a:rPr lang="en-US" sz="60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 ‌</a:t>
            </a:r>
            <a:r>
              <a:rPr lang="en-US" sz="6000" b="1" dirty="0" err="1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هاب</a:t>
            </a:r>
            <a:r>
              <a:rPr lang="en-US" sz="60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 </a:t>
            </a:r>
            <a:r>
              <a:rPr lang="en-US" sz="6000" b="1" dirty="0" err="1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از</a:t>
            </a:r>
            <a:r>
              <a:rPr lang="en-US" sz="60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 صفر تا همکاری</a:t>
            </a:r>
            <a:endParaRPr lang="en-US" sz="60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6" name="Shape 3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9122410" y="489140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pic>
        <p:nvPicPr>
          <p:cNvPr id="10" name="Image 2" descr="https://kimi-img.moonshot.cn/pub/slides/slides_tmpl/image/25-08-27-19:57:29-d2nf5a98bjvh7rlivr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35110" y="4889500"/>
            <a:ext cx="230695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7CBF7-6159-DD31-A3D2-910428B028FA}"/>
              </a:ext>
            </a:extLst>
          </p:cNvPr>
          <p:cNvSpPr txBox="1"/>
          <p:nvPr/>
        </p:nvSpPr>
        <p:spPr>
          <a:xfrm>
            <a:off x="5047486" y="4220170"/>
            <a:ext cx="591484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400" b="1" dirty="0">
                <a:cs typeface="B Zar" panose="00000400000000000000" pitchFamily="2" charset="-78"/>
              </a:rPr>
              <a:t> ارائه هفته پژوهش</a:t>
            </a:r>
          </a:p>
          <a:p>
            <a:pPr algn="ctr" rtl="1"/>
            <a:r>
              <a:rPr lang="fa-IR" sz="2400" b="1" dirty="0">
                <a:cs typeface="B Zar" panose="00000400000000000000" pitchFamily="2" charset="-78"/>
              </a:rPr>
              <a:t>گروه فنی و مهندسی</a:t>
            </a:r>
          </a:p>
          <a:p>
            <a:pPr algn="ctr" rtl="1"/>
            <a:endParaRPr lang="fa-IR" sz="2400" b="1" dirty="0">
              <a:cs typeface="B Zar" panose="00000400000000000000" pitchFamily="2" charset="-78"/>
            </a:endParaRPr>
          </a:p>
          <a:p>
            <a:pPr algn="ctr" rtl="1"/>
            <a:r>
              <a:rPr lang="fa-IR" sz="2400" dirty="0">
                <a:cs typeface="B Nazanin" panose="00000400000000000000" pitchFamily="2" charset="-78"/>
              </a:rPr>
              <a:t> امیرمحمد رحیمی</a:t>
            </a:r>
          </a:p>
          <a:p>
            <a:pPr algn="ctr" rtl="1"/>
            <a:r>
              <a:rPr lang="fa-IR" dirty="0">
                <a:cs typeface="B Nazanin" panose="00000400000000000000" pitchFamily="2" charset="-78"/>
              </a:rPr>
              <a:t>آذر 1404</a:t>
            </a:r>
            <a:endParaRPr lang="en-US" dirty="0">
              <a:cs typeface="B Nazanin" panose="00000400000000000000" pitchFamily="2" charset="-78"/>
            </a:endParaRPr>
          </a:p>
          <a:p>
            <a:pPr algn="ctr" rtl="1"/>
            <a:endParaRPr lang="en-US" sz="24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0">
          <a:gsLst>
            <a:gs pos="0">
              <a:srgbClr val="94B9FF">
                <a:alpha val="74000"/>
              </a:srgbClr>
            </a:gs>
            <a:gs pos="3000">
              <a:srgbClr val="94B9FF">
                <a:alpha val="74000"/>
              </a:srgbClr>
            </a:gs>
            <a:gs pos="40000">
              <a:srgbClr val="94B9FF">
                <a:alpha val="35000"/>
              </a:srgbClr>
            </a:gs>
            <a:gs pos="63000">
              <a:srgbClr val="94B9FF">
                <a:alpha val="44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-831215" y="0"/>
            <a:ext cx="6771640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76800" y="1132520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  <p:txBody>
          <a:bodyPr/>
          <a:lstStyle/>
          <a:p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50840" y="1146808"/>
            <a:ext cx="4092575" cy="5245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آشنایی با گیت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00429" y="1221423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</p:sp>
      <p:sp>
        <p:nvSpPr>
          <p:cNvPr id="7" name="Text 4"/>
          <p:cNvSpPr/>
          <p:nvPr/>
        </p:nvSpPr>
        <p:spPr>
          <a:xfrm>
            <a:off x="4981575" y="80454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01260" y="1259520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fa-IR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1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61965" y="1957070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81625" y="2361199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81625" y="189928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55665" y="2400666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گیت‌هاب و همکاری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0" y="2450099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</p:sp>
      <p:sp>
        <p:nvSpPr>
          <p:cNvPr id="14" name="Text 11"/>
          <p:cNvSpPr/>
          <p:nvPr/>
        </p:nvSpPr>
        <p:spPr>
          <a:xfrm>
            <a:off x="5486400" y="198818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85130" y="2481214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fa-IR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2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765883" y="3787775"/>
            <a:ext cx="4559300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20715" y="3102610"/>
            <a:ext cx="4559300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04297" y="3829685"/>
            <a:ext cx="3766185" cy="4591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گردش کار پیشرفته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825490" y="3889096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</p:sp>
      <p:sp>
        <p:nvSpPr>
          <p:cNvPr id="20" name="Text 17"/>
          <p:cNvSpPr/>
          <p:nvPr/>
        </p:nvSpPr>
        <p:spPr>
          <a:xfrm>
            <a:off x="5825490" y="31915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824220" y="3920211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fa-IR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3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66385" y="5333796"/>
            <a:ext cx="4559935" cy="63373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FF"/>
              </a:gs>
              <a:gs pos="2000">
                <a:srgbClr val="FFFFFF"/>
              </a:gs>
              <a:gs pos="55000">
                <a:srgbClr val="FFFFFF">
                  <a:alpha val="27000"/>
                </a:srgbClr>
              </a:gs>
              <a:gs pos="100000">
                <a:srgbClr val="FFFFFF"/>
              </a:gs>
            </a:gsLst>
            <a:lin ang="2700000" scaled="1"/>
          </a:gradFill>
          <a:ln w="19050">
            <a:solidFill>
              <a:srgbClr val="FFFFFF"/>
            </a:solidFill>
            <a:prstDash val="solid"/>
          </a:ln>
          <a:effectLst>
            <a:outerShdw blurRad="203200" dist="63500" dir="2700000" algn="bl" rotWithShape="0">
              <a:srgbClr val="6389D3">
                <a:alpha val="58039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366385" y="4277995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471160" y="5422696"/>
            <a:ext cx="469265" cy="46926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</p:spPr>
      </p:sp>
      <p:sp>
        <p:nvSpPr>
          <p:cNvPr id="26" name="Text 23"/>
          <p:cNvSpPr/>
          <p:nvPr/>
        </p:nvSpPr>
        <p:spPr>
          <a:xfrm>
            <a:off x="5471160" y="4366895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90845" y="5460796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fa-IR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4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28" name="Shape 25"/>
          <p:cNvSpPr/>
          <p:nvPr/>
        </p:nvSpPr>
        <p:spPr>
          <a:xfrm rot="13620000">
            <a:off x="1092835" y="1878330"/>
            <a:ext cx="3207385" cy="3219450"/>
          </a:xfrm>
          <a:prstGeom prst="ellipse">
            <a:avLst/>
          </a:prstGeom>
          <a:gradFill flip="none" rotWithShape="1">
            <a:gsLst>
              <a:gs pos="0">
                <a:srgbClr val="6389D3">
                  <a:alpha val="70000"/>
                </a:srgbClr>
              </a:gs>
              <a:gs pos="36000">
                <a:srgbClr val="6389D3">
                  <a:alpha val="65000"/>
                </a:srgbClr>
              </a:gs>
              <a:gs pos="70000">
                <a:srgbClr val="6389D3">
                  <a:alpha val="55000"/>
                </a:srgbClr>
              </a:gs>
              <a:gs pos="91000">
                <a:srgbClr val="6389D3">
                  <a:alpha val="40000"/>
                </a:srgbClr>
              </a:gs>
              <a:gs pos="100000">
                <a:srgbClr val="6389D3">
                  <a:alpha val="40000"/>
                </a:srgbClr>
              </a:gs>
            </a:gsLst>
            <a:lin ang="5400000" scaled="1"/>
          </a:gradFill>
          <a:ln/>
        </p:spPr>
      </p:sp>
      <p:sp>
        <p:nvSpPr>
          <p:cNvPr id="29" name="Text 26"/>
          <p:cNvSpPr/>
          <p:nvPr/>
        </p:nvSpPr>
        <p:spPr>
          <a:xfrm rot="13620000">
            <a:off x="1092835" y="1878330"/>
            <a:ext cx="3207385" cy="32194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60705" y="2338705"/>
            <a:ext cx="2174240" cy="9759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057140" y="5547995"/>
            <a:ext cx="1031875" cy="8235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876800" y="5490210"/>
            <a:ext cx="4559935" cy="633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931606" y="5385231"/>
            <a:ext cx="4092575" cy="480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fa-IR" sz="3200" b="1">
                <a:solidFill>
                  <a:srgbClr val="000000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تمرین </a:t>
            </a:r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عملی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و جمع‌بندی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981575" y="5579110"/>
            <a:ext cx="469265" cy="469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980305" y="5610225"/>
            <a:ext cx="513080" cy="4311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8" name="Shape 35"/>
          <p:cNvSpPr/>
          <p:nvPr/>
        </p:nvSpPr>
        <p:spPr>
          <a:xfrm rot="14760000">
            <a:off x="1065530" y="5008245"/>
            <a:ext cx="215900" cy="21590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B3CBF9"/>
              </a:gs>
              <a:gs pos="45000">
                <a:srgbClr val="94B9FF"/>
              </a:gs>
              <a:gs pos="66000">
                <a:srgbClr val="94B9FF"/>
              </a:gs>
              <a:gs pos="100000">
                <a:srgbClr val="94B9FF"/>
              </a:gs>
            </a:gsLst>
            <a:lin ang="5400000" scaled="1"/>
          </a:gradFill>
          <a:ln/>
        </p:spPr>
      </p:sp>
      <p:sp>
        <p:nvSpPr>
          <p:cNvPr id="39" name="Text 36"/>
          <p:cNvSpPr/>
          <p:nvPr/>
        </p:nvSpPr>
        <p:spPr>
          <a:xfrm rot="14760000">
            <a:off x="1065530" y="500824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pic>
        <p:nvPicPr>
          <p:cNvPr id="40" name="Image 1" descr="https://kimi-img.moonshot.cn/pub/slides/slides_tmpl/image/25-08-27-19:57:29-d2nf5a98bjvh7rlivrsg.png"/>
          <p:cNvPicPr>
            <a:picLocks noChangeAspect="1"/>
          </p:cNvPicPr>
          <p:nvPr/>
        </p:nvPicPr>
        <p:blipFill>
          <a:blip r:embed="rId4">
            <a:alphaModFix amt="37000"/>
          </a:blip>
          <a:srcRect t="65733" r="67587" b="5067"/>
          <a:stretch/>
        </p:blipFill>
        <p:spPr>
          <a:xfrm>
            <a:off x="1031240" y="2090420"/>
            <a:ext cx="589280" cy="556895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 rot="14760000">
            <a:off x="3753485" y="1815465"/>
            <a:ext cx="149225" cy="1492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B3CBF9"/>
              </a:gs>
              <a:gs pos="45000">
                <a:srgbClr val="94B9FF"/>
              </a:gs>
              <a:gs pos="66000">
                <a:srgbClr val="94B9FF"/>
              </a:gs>
              <a:gs pos="100000">
                <a:srgbClr val="94B9FF"/>
              </a:gs>
            </a:gsLst>
            <a:lin ang="5400000" scaled="1"/>
          </a:gradFill>
          <a:ln/>
        </p:spPr>
      </p:sp>
      <p:sp>
        <p:nvSpPr>
          <p:cNvPr id="42" name="Text 38"/>
          <p:cNvSpPr/>
          <p:nvPr/>
        </p:nvSpPr>
        <p:spPr>
          <a:xfrm rot="14760000">
            <a:off x="3753485" y="1815465"/>
            <a:ext cx="149225" cy="149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43" name="Shape 39"/>
          <p:cNvSpPr/>
          <p:nvPr/>
        </p:nvSpPr>
        <p:spPr>
          <a:xfrm rot="18060000">
            <a:off x="10944860" y="1118870"/>
            <a:ext cx="219710" cy="21971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B3CBF9">
                  <a:alpha val="81000"/>
                </a:srgbClr>
              </a:gs>
              <a:gs pos="45000">
                <a:srgbClr val="94B9FF">
                  <a:alpha val="80000"/>
                </a:srgbClr>
              </a:gs>
              <a:gs pos="66000">
                <a:srgbClr val="94B9FF">
                  <a:alpha val="94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44" name="Text 40"/>
          <p:cNvSpPr/>
          <p:nvPr/>
        </p:nvSpPr>
        <p:spPr>
          <a:xfrm rot="18060000">
            <a:off x="10944860" y="1118870"/>
            <a:ext cx="219710" cy="219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033B3-EC98-8FB3-AA50-C56C6EE83F0E}"/>
              </a:ext>
            </a:extLst>
          </p:cNvPr>
          <p:cNvSpPr txBox="1"/>
          <p:nvPr/>
        </p:nvSpPr>
        <p:spPr>
          <a:xfrm>
            <a:off x="1884461" y="3076372"/>
            <a:ext cx="1559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>
                <a:cs typeface="B Zar" panose="020B0604020202020204" charset="-78"/>
              </a:rPr>
              <a:t>فهرست</a:t>
            </a:r>
            <a:endParaRPr lang="en-US">
              <a:cs typeface="B Zar" panose="020B0604020202020204" charset="-78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-214948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fa-IR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1</a:t>
            </a:r>
            <a:endParaRPr lang="en-US" sz="4400" dirty="0">
              <a:cs typeface="B Nazanin" panose="00000400000000000000" pitchFamily="2" charset="-78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01968" y="3010569"/>
            <a:ext cx="8497570" cy="923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آشنایی با گیت</a:t>
            </a:r>
            <a:endParaRPr lang="en-US" sz="54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5400" y="736600"/>
            <a:ext cx="8356600" cy="201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گیت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چیست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 و </a:t>
            </a: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چرا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به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آن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نیاز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800" b="1" dirty="0" err="1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داریم</a:t>
            </a:r>
            <a:r>
              <a:rPr lang="en-US" sz="4800" b="1" dirty="0">
                <a:solidFill>
                  <a:srgbClr val="3C5A85"/>
                </a:solidFill>
                <a:latin typeface="Arial Rounded MT Bold" panose="020F0704030504030204" pitchFamily="34" charset="0"/>
                <a:ea typeface="Noto Sans SC" pitchFamily="34" charset="-122"/>
                <a:cs typeface="B Zar" panose="020B0604020202020204" charset="-78"/>
              </a:rPr>
              <a:t>؟</a:t>
            </a:r>
            <a:endParaRPr lang="en-US" sz="4800" dirty="0">
              <a:latin typeface="Arial Rounded MT Bold" panose="020F0704030504030204" pitchFamily="34" charset="0"/>
              <a:cs typeface="B Zar" panose="020B0604020202020204" charset="-78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67263" y="2209800"/>
            <a:ext cx="6807200" cy="3683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rtl="1">
              <a:lnSpc>
                <a:spcPct val="14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گیت یک </a:t>
            </a:r>
            <a:r>
              <a:rPr lang="en-US" sz="2400" dirty="0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سیستم کنترل نسخه توزیع‌شده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است که به توسعه‌دهندگان امکان می‌دهد تاریخچه کامل تغییرات فایل‌ها را ذخیره کرده و به‌طور همزمان روی یک پروژه </a:t>
            </a:r>
            <a:r>
              <a:rPr lang="en-US" sz="24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کار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کنند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 </a:t>
            </a:r>
            <a:r>
              <a:rPr lang="en-US" sz="24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با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شناسایی دقیق هر تغییر، امکان </a:t>
            </a:r>
            <a:r>
              <a:rPr lang="en-US" sz="2400" dirty="0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بازگشت سریع به نسخه‌های پیشین 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و ادغام بی‌درنگ کدهای موازی فراهم می‌شود و ریسک از دست‌رفتن کار را به حداقل می‌رساند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64235-3494-F316-9276-F5A560F2A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755900"/>
            <a:ext cx="2515526" cy="25332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750" y="288758"/>
            <a:ext cx="11874500" cy="17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 err="1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مفاهیم</a:t>
            </a:r>
            <a:r>
              <a:rPr lang="en-US" sz="4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000" b="1" dirty="0" err="1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پایه‌ای</a:t>
            </a:r>
            <a:endParaRPr lang="en-US" sz="4000" b="1" dirty="0">
              <a:solidFill>
                <a:srgbClr val="3C5A85"/>
              </a:solidFill>
              <a:latin typeface="Arial" panose="020B0604020202020204" pitchFamily="34" charset="0"/>
              <a:ea typeface="Noto Sans SC" pitchFamily="34" charset="-122"/>
              <a:cs typeface="B Zar" panose="020B0604020202020204" charset="-78"/>
            </a:endParaRPr>
          </a:p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 </a:t>
            </a:r>
            <a:r>
              <a:rPr lang="en-US" sz="4000" b="1" dirty="0" err="1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مخزن،کامیت</a:t>
            </a:r>
            <a:r>
              <a:rPr lang="en-US" sz="4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 و شاخه</a:t>
            </a:r>
            <a:endParaRPr lang="en-US" sz="40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246587" y="2030412"/>
            <a:ext cx="3695700" cy="4358355"/>
          </a:xfrm>
          <a:custGeom>
            <a:avLst/>
            <a:gdLst/>
            <a:ahLst/>
            <a:cxnLst/>
            <a:rect l="l" t="t" r="r" b="b"/>
            <a:pathLst>
              <a:path w="3695700" h="2540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2438400"/>
                </a:lnTo>
                <a:cubicBezTo>
                  <a:pt x="3695700" y="2494475"/>
                  <a:pt x="3650175" y="2540000"/>
                  <a:pt x="35941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749472" y="2690813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6675" y="268605"/>
                </a:moveTo>
                <a:lnTo>
                  <a:pt x="38576" y="352663"/>
                </a:lnTo>
                <a:lnTo>
                  <a:pt x="38576" y="114300"/>
                </a:lnTo>
                <a:cubicBezTo>
                  <a:pt x="38576" y="72271"/>
                  <a:pt x="72747" y="38100"/>
                  <a:pt x="114776" y="38100"/>
                </a:cubicBezTo>
                <a:lnTo>
                  <a:pt x="279916" y="38100"/>
                </a:lnTo>
                <a:cubicBezTo>
                  <a:pt x="296347" y="38100"/>
                  <a:pt x="312420" y="43458"/>
                  <a:pt x="325636" y="53340"/>
                </a:cubicBezTo>
                <a:lnTo>
                  <a:pt x="371356" y="87630"/>
                </a:lnTo>
                <a:cubicBezTo>
                  <a:pt x="377904" y="92631"/>
                  <a:pt x="386001" y="95250"/>
                  <a:pt x="394216" y="95250"/>
                </a:cubicBezTo>
                <a:lnTo>
                  <a:pt x="533876" y="95250"/>
                </a:lnTo>
                <a:cubicBezTo>
                  <a:pt x="575905" y="95250"/>
                  <a:pt x="610076" y="129421"/>
                  <a:pt x="610076" y="171450"/>
                </a:cubicBezTo>
                <a:lnTo>
                  <a:pt x="610076" y="190500"/>
                </a:lnTo>
                <a:lnTo>
                  <a:pt x="175022" y="190500"/>
                </a:lnTo>
                <a:cubicBezTo>
                  <a:pt x="125849" y="190500"/>
                  <a:pt x="82153" y="221933"/>
                  <a:pt x="66556" y="268605"/>
                </a:cubicBezTo>
                <a:close/>
                <a:moveTo>
                  <a:pt x="568881" y="533400"/>
                </a:moveTo>
                <a:lnTo>
                  <a:pt x="117872" y="533400"/>
                </a:lnTo>
                <a:cubicBezTo>
                  <a:pt x="78819" y="533400"/>
                  <a:pt x="51316" y="495181"/>
                  <a:pt x="63698" y="458153"/>
                </a:cubicBezTo>
                <a:lnTo>
                  <a:pt x="120848" y="286703"/>
                </a:lnTo>
                <a:cubicBezTo>
                  <a:pt x="128588" y="263366"/>
                  <a:pt x="150495" y="247650"/>
                  <a:pt x="175022" y="247650"/>
                </a:cubicBezTo>
                <a:lnTo>
                  <a:pt x="626031" y="247650"/>
                </a:lnTo>
                <a:cubicBezTo>
                  <a:pt x="665083" y="247650"/>
                  <a:pt x="692587" y="285869"/>
                  <a:pt x="680204" y="322898"/>
                </a:cubicBezTo>
                <a:lnTo>
                  <a:pt x="623054" y="494348"/>
                </a:lnTo>
                <a:cubicBezTo>
                  <a:pt x="615315" y="517684"/>
                  <a:pt x="593408" y="533400"/>
                  <a:pt x="568881" y="533400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6" name="Text 3"/>
          <p:cNvSpPr/>
          <p:nvPr/>
        </p:nvSpPr>
        <p:spPr>
          <a:xfrm>
            <a:off x="8967629" y="3285541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Repository</a:t>
            </a:r>
            <a:endParaRPr lang="en-US" sz="16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02479" y="3708277"/>
            <a:ext cx="3378200" cy="233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4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محل نگهداری تمام فایل‌ها و </a:t>
            </a:r>
          </a:p>
          <a:p>
            <a:pPr algn="ctr" rtl="1">
              <a:lnSpc>
                <a:spcPct val="140000"/>
              </a:lnSpc>
            </a:pP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تاریخچه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کامل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پروژه</a:t>
            </a:r>
            <a:r>
              <a:rPr lang="fa-IR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؛</a:t>
            </a:r>
            <a:endParaRPr lang="en-US" sz="2000" b="1" dirty="0">
              <a:solidFill>
                <a:srgbClr val="4A4A4A"/>
              </a:solidFill>
              <a:latin typeface="Arial" panose="020B0604020202020204" pitchFamily="34" charset="0"/>
              <a:ea typeface="Noto Sans SC" pitchFamily="34" charset="-122"/>
              <a:cs typeface="B Nazanin" panose="020B0604020202020204" charset="-78"/>
            </a:endParaRPr>
          </a:p>
          <a:p>
            <a:pPr algn="ctr" rtl="1">
              <a:lnSpc>
                <a:spcPct val="14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مانند یک پوشه جادویی که هر تغییر را به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یاد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می‌آور</a:t>
            </a:r>
            <a:r>
              <a:rPr lang="fa-IR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د.</a:t>
            </a:r>
            <a:endParaRPr lang="en-US" sz="2000" b="1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50373" y="1886034"/>
            <a:ext cx="3695700" cy="4502733"/>
          </a:xfrm>
          <a:custGeom>
            <a:avLst/>
            <a:gdLst/>
            <a:ahLst/>
            <a:cxnLst/>
            <a:rect l="l" t="t" r="r" b="b"/>
            <a:pathLst>
              <a:path w="3695700" h="2540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2438400"/>
                </a:lnTo>
                <a:cubicBezTo>
                  <a:pt x="3695700" y="2494475"/>
                  <a:pt x="3650175" y="2540000"/>
                  <a:pt x="35941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78BC7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630778" y="2564545"/>
            <a:ext cx="827489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400050"/>
                </a:moveTo>
                <a:cubicBezTo>
                  <a:pt x="395470" y="400050"/>
                  <a:pt x="438150" y="357370"/>
                  <a:pt x="438150" y="304800"/>
                </a:cubicBezTo>
                <a:cubicBezTo>
                  <a:pt x="438150" y="252230"/>
                  <a:pt x="395470" y="209550"/>
                  <a:pt x="342900" y="209550"/>
                </a:cubicBezTo>
                <a:cubicBezTo>
                  <a:pt x="290330" y="209550"/>
                  <a:pt x="247650" y="252230"/>
                  <a:pt x="247650" y="304800"/>
                </a:cubicBezTo>
                <a:cubicBezTo>
                  <a:pt x="247650" y="357370"/>
                  <a:pt x="290330" y="400050"/>
                  <a:pt x="342900" y="400050"/>
                </a:cubicBezTo>
                <a:close/>
                <a:moveTo>
                  <a:pt x="529590" y="342900"/>
                </a:moveTo>
                <a:cubicBezTo>
                  <a:pt x="511969" y="429816"/>
                  <a:pt x="435054" y="495300"/>
                  <a:pt x="342900" y="495300"/>
                </a:cubicBezTo>
                <a:cubicBezTo>
                  <a:pt x="250746" y="495300"/>
                  <a:pt x="173831" y="429816"/>
                  <a:pt x="156210" y="342900"/>
                </a:cubicBezTo>
                <a:lnTo>
                  <a:pt x="38100" y="342900"/>
                </a:lnTo>
                <a:cubicBezTo>
                  <a:pt x="17026" y="342900"/>
                  <a:pt x="0" y="325874"/>
                  <a:pt x="0" y="304800"/>
                </a:cubicBezTo>
                <a:cubicBezTo>
                  <a:pt x="0" y="283726"/>
                  <a:pt x="17026" y="266700"/>
                  <a:pt x="38100" y="266700"/>
                </a:cubicBezTo>
                <a:lnTo>
                  <a:pt x="156210" y="266700"/>
                </a:lnTo>
                <a:cubicBezTo>
                  <a:pt x="173831" y="179784"/>
                  <a:pt x="250746" y="114300"/>
                  <a:pt x="342900" y="114300"/>
                </a:cubicBezTo>
                <a:cubicBezTo>
                  <a:pt x="435054" y="114300"/>
                  <a:pt x="511969" y="179784"/>
                  <a:pt x="529590" y="266700"/>
                </a:cubicBezTo>
                <a:lnTo>
                  <a:pt x="647700" y="266700"/>
                </a:lnTo>
                <a:cubicBezTo>
                  <a:pt x="668774" y="266700"/>
                  <a:pt x="685800" y="283726"/>
                  <a:pt x="685800" y="304800"/>
                </a:cubicBezTo>
                <a:cubicBezTo>
                  <a:pt x="685800" y="325874"/>
                  <a:pt x="668774" y="342900"/>
                  <a:pt x="647700" y="342900"/>
                </a:cubicBezTo>
                <a:lnTo>
                  <a:pt x="529590" y="342900"/>
                </a:ln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0" name="Text 7"/>
          <p:cNvSpPr/>
          <p:nvPr/>
        </p:nvSpPr>
        <p:spPr>
          <a:xfrm>
            <a:off x="5091999" y="3212265"/>
            <a:ext cx="199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Commit</a:t>
            </a:r>
            <a:endParaRPr lang="en-US" sz="16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409123" y="3757614"/>
            <a:ext cx="3378200" cy="2390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یک نسخه ثابت و شناسه‌دار از تغییرات با یک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پیام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توضیحی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هر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کامیت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یک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نقطه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عطف در تاریخچه پروژه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است</a:t>
            </a:r>
            <a:r>
              <a:rPr lang="fa-IR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2000" b="1" dirty="0">
              <a:solidFill>
                <a:srgbClr val="4A4A4A"/>
              </a:solidFill>
              <a:latin typeface="Arial" panose="020B0604020202020204" pitchFamily="34" charset="0"/>
              <a:ea typeface="Noto Sans SC" pitchFamily="34" charset="-122"/>
              <a:cs typeface="B Nazanin" panose="020B0604020202020204" charset="-7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58751" y="1886034"/>
            <a:ext cx="3813334" cy="4586955"/>
          </a:xfrm>
          <a:custGeom>
            <a:avLst/>
            <a:gdLst/>
            <a:ahLst/>
            <a:cxnLst/>
            <a:rect l="l" t="t" r="r" b="b"/>
            <a:pathLst>
              <a:path w="3695700" h="2540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2438400"/>
                </a:lnTo>
                <a:cubicBezTo>
                  <a:pt x="3695700" y="2494475"/>
                  <a:pt x="3650175" y="2540000"/>
                  <a:pt x="3594100" y="2540000"/>
                </a:cubicBezTo>
                <a:lnTo>
                  <a:pt x="101600" y="2540000"/>
                </a:lnTo>
                <a:cubicBezTo>
                  <a:pt x="45525" y="2540000"/>
                  <a:pt x="0" y="2494475"/>
                  <a:pt x="0" y="243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700898" y="2564545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95250" y="123825"/>
                </a:moveTo>
                <a:cubicBezTo>
                  <a:pt x="111021" y="123825"/>
                  <a:pt x="123825" y="111021"/>
                  <a:pt x="123825" y="95250"/>
                </a:cubicBezTo>
                <a:cubicBezTo>
                  <a:pt x="123825" y="79479"/>
                  <a:pt x="111021" y="66675"/>
                  <a:pt x="95250" y="66675"/>
                </a:cubicBezTo>
                <a:cubicBezTo>
                  <a:pt x="79479" y="66675"/>
                  <a:pt x="66675" y="79479"/>
                  <a:pt x="66675" y="95250"/>
                </a:cubicBezTo>
                <a:cubicBezTo>
                  <a:pt x="66675" y="111021"/>
                  <a:pt x="79479" y="123825"/>
                  <a:pt x="95250" y="123825"/>
                </a:cubicBezTo>
                <a:close/>
                <a:moveTo>
                  <a:pt x="190500" y="95250"/>
                </a:moveTo>
                <a:cubicBezTo>
                  <a:pt x="190500" y="134303"/>
                  <a:pt x="167045" y="167878"/>
                  <a:pt x="133350" y="182523"/>
                </a:cubicBezTo>
                <a:lnTo>
                  <a:pt x="133350" y="266700"/>
                </a:lnTo>
                <a:lnTo>
                  <a:pt x="342900" y="266700"/>
                </a:lnTo>
                <a:cubicBezTo>
                  <a:pt x="374452" y="266700"/>
                  <a:pt x="400050" y="241102"/>
                  <a:pt x="400050" y="209550"/>
                </a:cubicBezTo>
                <a:lnTo>
                  <a:pt x="400050" y="182523"/>
                </a:lnTo>
                <a:cubicBezTo>
                  <a:pt x="366355" y="167878"/>
                  <a:pt x="342900" y="134303"/>
                  <a:pt x="342900" y="95250"/>
                </a:cubicBezTo>
                <a:cubicBezTo>
                  <a:pt x="342900" y="42624"/>
                  <a:pt x="385524" y="0"/>
                  <a:pt x="438150" y="0"/>
                </a:cubicBezTo>
                <a:cubicBezTo>
                  <a:pt x="490776" y="0"/>
                  <a:pt x="533400" y="42624"/>
                  <a:pt x="533400" y="95250"/>
                </a:cubicBezTo>
                <a:cubicBezTo>
                  <a:pt x="533400" y="134303"/>
                  <a:pt x="509945" y="167878"/>
                  <a:pt x="476250" y="182523"/>
                </a:cubicBezTo>
                <a:lnTo>
                  <a:pt x="476250" y="209550"/>
                </a:lnTo>
                <a:cubicBezTo>
                  <a:pt x="476250" y="283250"/>
                  <a:pt x="416600" y="342900"/>
                  <a:pt x="342900" y="342900"/>
                </a:cubicBezTo>
                <a:lnTo>
                  <a:pt x="133350" y="342900"/>
                </a:lnTo>
                <a:lnTo>
                  <a:pt x="133350" y="427077"/>
                </a:lnTo>
                <a:cubicBezTo>
                  <a:pt x="167045" y="441722"/>
                  <a:pt x="190500" y="475298"/>
                  <a:pt x="190500" y="514350"/>
                </a:cubicBezTo>
                <a:cubicBezTo>
                  <a:pt x="190500" y="566976"/>
                  <a:pt x="147876" y="609600"/>
                  <a:pt x="95250" y="609600"/>
                </a:cubicBezTo>
                <a:cubicBezTo>
                  <a:pt x="42624" y="609600"/>
                  <a:pt x="0" y="566976"/>
                  <a:pt x="0" y="514350"/>
                </a:cubicBezTo>
                <a:cubicBezTo>
                  <a:pt x="0" y="475298"/>
                  <a:pt x="23455" y="441722"/>
                  <a:pt x="57150" y="427077"/>
                </a:cubicBezTo>
                <a:lnTo>
                  <a:pt x="57150" y="182642"/>
                </a:lnTo>
                <a:cubicBezTo>
                  <a:pt x="23455" y="167878"/>
                  <a:pt x="0" y="134303"/>
                  <a:pt x="0" y="95250"/>
                </a:cubicBezTo>
                <a:cubicBezTo>
                  <a:pt x="0" y="42624"/>
                  <a:pt x="42624" y="0"/>
                  <a:pt x="95250" y="0"/>
                </a:cubicBezTo>
                <a:cubicBezTo>
                  <a:pt x="147876" y="0"/>
                  <a:pt x="190500" y="42624"/>
                  <a:pt x="190500" y="95250"/>
                </a:cubicBezTo>
                <a:close/>
                <a:moveTo>
                  <a:pt x="466725" y="95250"/>
                </a:moveTo>
                <a:cubicBezTo>
                  <a:pt x="466725" y="79479"/>
                  <a:pt x="453921" y="66675"/>
                  <a:pt x="438150" y="66675"/>
                </a:cubicBezTo>
                <a:cubicBezTo>
                  <a:pt x="422379" y="66675"/>
                  <a:pt x="409575" y="79479"/>
                  <a:pt x="409575" y="95250"/>
                </a:cubicBezTo>
                <a:cubicBezTo>
                  <a:pt x="409575" y="111021"/>
                  <a:pt x="422379" y="123825"/>
                  <a:pt x="438150" y="123825"/>
                </a:cubicBezTo>
                <a:cubicBezTo>
                  <a:pt x="453921" y="123825"/>
                  <a:pt x="466725" y="111021"/>
                  <a:pt x="466725" y="95250"/>
                </a:cubicBezTo>
                <a:close/>
                <a:moveTo>
                  <a:pt x="95250" y="542925"/>
                </a:moveTo>
                <a:cubicBezTo>
                  <a:pt x="111021" y="542925"/>
                  <a:pt x="123825" y="530121"/>
                  <a:pt x="123825" y="514350"/>
                </a:cubicBezTo>
                <a:cubicBezTo>
                  <a:pt x="123825" y="498579"/>
                  <a:pt x="111021" y="485775"/>
                  <a:pt x="95250" y="485775"/>
                </a:cubicBezTo>
                <a:cubicBezTo>
                  <a:pt x="79479" y="485775"/>
                  <a:pt x="66675" y="498579"/>
                  <a:pt x="66675" y="514350"/>
                </a:cubicBezTo>
                <a:cubicBezTo>
                  <a:pt x="66675" y="530121"/>
                  <a:pt x="79479" y="542925"/>
                  <a:pt x="95250" y="542925"/>
                </a:cubicBez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4" name="Text 11"/>
          <p:cNvSpPr/>
          <p:nvPr/>
        </p:nvSpPr>
        <p:spPr>
          <a:xfrm>
            <a:off x="1084948" y="3255577"/>
            <a:ext cx="176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Branch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90684" y="3692609"/>
            <a:ext cx="3378200" cy="265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40000"/>
              </a:lnSpc>
            </a:pP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نسخه موازی از کد که امکان توسعه آزمایشی را بدون تأثیر روی خط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اصلی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می‌دهد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و سپس با ادغام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به</a:t>
            </a:r>
            <a:r>
              <a:rPr lang="en-US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 trunk</a:t>
            </a:r>
            <a:r>
              <a:rPr lang="fa-IR" sz="2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0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بازمی‌گردد</a:t>
            </a:r>
            <a:r>
              <a:rPr lang="fa-IR" sz="27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2700" b="1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750" y="1526674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0000400000000000000" pitchFamily="2" charset="-78"/>
              </a:rPr>
              <a:t>نصب و پیکربندی اولیه گیت</a:t>
            </a:r>
          </a:p>
        </p:txBody>
      </p:sp>
      <p:sp>
        <p:nvSpPr>
          <p:cNvPr id="4" name="Shape 1"/>
          <p:cNvSpPr/>
          <p:nvPr/>
        </p:nvSpPr>
        <p:spPr>
          <a:xfrm>
            <a:off x="9728200" y="2593474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304800" y="38100"/>
                </a:moveTo>
                <a:cubicBezTo>
                  <a:pt x="304800" y="17026"/>
                  <a:pt x="287774" y="0"/>
                  <a:pt x="266700" y="0"/>
                </a:cubicBezTo>
                <a:cubicBezTo>
                  <a:pt x="245626" y="0"/>
                  <a:pt x="228600" y="17026"/>
                  <a:pt x="228600" y="38100"/>
                </a:cubicBezTo>
                <a:lnTo>
                  <a:pt x="228600" y="288965"/>
                </a:lnTo>
                <a:lnTo>
                  <a:pt x="179308" y="239673"/>
                </a:lnTo>
                <a:cubicBezTo>
                  <a:pt x="164425" y="224790"/>
                  <a:pt x="140256" y="224790"/>
                  <a:pt x="125373" y="239673"/>
                </a:cubicBezTo>
                <a:cubicBezTo>
                  <a:pt x="110490" y="254556"/>
                  <a:pt x="110490" y="278725"/>
                  <a:pt x="125373" y="293608"/>
                </a:cubicBezTo>
                <a:lnTo>
                  <a:pt x="239673" y="407908"/>
                </a:lnTo>
                <a:cubicBezTo>
                  <a:pt x="254556" y="422791"/>
                  <a:pt x="278725" y="422791"/>
                  <a:pt x="293608" y="407908"/>
                </a:cubicBezTo>
                <a:lnTo>
                  <a:pt x="407908" y="293608"/>
                </a:lnTo>
                <a:cubicBezTo>
                  <a:pt x="422791" y="278725"/>
                  <a:pt x="422791" y="254556"/>
                  <a:pt x="407908" y="239673"/>
                </a:cubicBezTo>
                <a:cubicBezTo>
                  <a:pt x="393025" y="224790"/>
                  <a:pt x="368856" y="224790"/>
                  <a:pt x="353973" y="239673"/>
                </a:cubicBezTo>
                <a:lnTo>
                  <a:pt x="304800" y="288965"/>
                </a:lnTo>
                <a:lnTo>
                  <a:pt x="304800" y="38100"/>
                </a:lnTo>
                <a:close/>
                <a:moveTo>
                  <a:pt x="76200" y="381000"/>
                </a:moveTo>
                <a:cubicBezTo>
                  <a:pt x="34171" y="381000"/>
                  <a:pt x="0" y="415171"/>
                  <a:pt x="0" y="4572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57200"/>
                </a:lnTo>
                <a:cubicBezTo>
                  <a:pt x="533400" y="415171"/>
                  <a:pt x="499229" y="381000"/>
                  <a:pt x="457200" y="381000"/>
                </a:cubicBezTo>
                <a:lnTo>
                  <a:pt x="401360" y="381000"/>
                </a:lnTo>
                <a:lnTo>
                  <a:pt x="333970" y="448389"/>
                </a:lnTo>
                <a:cubicBezTo>
                  <a:pt x="296823" y="485537"/>
                  <a:pt x="236458" y="485537"/>
                  <a:pt x="199311" y="448389"/>
                </a:cubicBezTo>
                <a:lnTo>
                  <a:pt x="132040" y="381000"/>
                </a:lnTo>
                <a:lnTo>
                  <a:pt x="76200" y="381000"/>
                </a:lnTo>
                <a:close/>
                <a:moveTo>
                  <a:pt x="438150" y="447675"/>
                </a:moveTo>
                <a:cubicBezTo>
                  <a:pt x="453921" y="447675"/>
                  <a:pt x="466725" y="460479"/>
                  <a:pt x="466725" y="476250"/>
                </a:cubicBezTo>
                <a:cubicBezTo>
                  <a:pt x="466725" y="492021"/>
                  <a:pt x="453921" y="504825"/>
                  <a:pt x="438150" y="504825"/>
                </a:cubicBezTo>
                <a:cubicBezTo>
                  <a:pt x="422379" y="504825"/>
                  <a:pt x="409575" y="492021"/>
                  <a:pt x="409575" y="476250"/>
                </a:cubicBezTo>
                <a:cubicBezTo>
                  <a:pt x="409575" y="460479"/>
                  <a:pt x="422379" y="447675"/>
                  <a:pt x="438150" y="447675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5" name="Text 2"/>
          <p:cNvSpPr/>
          <p:nvPr/>
        </p:nvSpPr>
        <p:spPr>
          <a:xfrm>
            <a:off x="9114686" y="3360287"/>
            <a:ext cx="1444407" cy="52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fa-IR" sz="3200" b="1">
                <a:solidFill>
                  <a:srgbClr val="4A4A4A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1- نص</a:t>
            </a:r>
            <a:r>
              <a:rPr lang="fa-IR" sz="3200" b="1" dirty="0">
                <a:solidFill>
                  <a:srgbClr val="4A4A4A"/>
                </a:solidFill>
                <a:latin typeface="Arial" panose="020B0604020202020204" pitchFamily="34" charset="0"/>
                <a:cs typeface="B Nazanin" panose="00000400000000000000" pitchFamily="2" charset="-78"/>
              </a:rPr>
              <a:t>ب</a:t>
            </a:r>
            <a:endParaRPr lang="en-US" sz="32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88968" y="4096686"/>
            <a:ext cx="3358482" cy="179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Low">
              <a:lnSpc>
                <a:spcPct val="120000"/>
              </a:lnSpc>
            </a:pP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از </a:t>
            </a:r>
            <a:r>
              <a:rPr lang="en-US" sz="3200" b="1" dirty="0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وب‌سایت رسمی</a:t>
            </a: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یا مدیر بسته‌ها </a:t>
            </a:r>
            <a:r>
              <a:rPr lang="en-US" sz="32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استفاده</a:t>
            </a: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32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کنید</a:t>
            </a:r>
            <a:r>
              <a:rPr lang="fa-IR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.</a:t>
            </a:r>
            <a:endParaRPr lang="en-US" sz="32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816850" y="31878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208419"/>
                </a:moveTo>
                <a:cubicBezTo>
                  <a:pt x="-2768" y="219581"/>
                  <a:pt x="-2768" y="237708"/>
                  <a:pt x="8394" y="248870"/>
                </a:cubicBezTo>
                <a:lnTo>
                  <a:pt x="151269" y="391745"/>
                </a:lnTo>
                <a:cubicBezTo>
                  <a:pt x="162431" y="402908"/>
                  <a:pt x="180558" y="402908"/>
                  <a:pt x="191720" y="391745"/>
                </a:cubicBezTo>
                <a:cubicBezTo>
                  <a:pt x="202883" y="380583"/>
                  <a:pt x="202883" y="362456"/>
                  <a:pt x="191720" y="351294"/>
                </a:cubicBezTo>
                <a:lnTo>
                  <a:pt x="97601" y="257175"/>
                </a:ln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97601" y="200025"/>
                </a:lnTo>
                <a:lnTo>
                  <a:pt x="191720" y="105906"/>
                </a:lnTo>
                <a:cubicBezTo>
                  <a:pt x="202883" y="94744"/>
                  <a:pt x="202883" y="76617"/>
                  <a:pt x="191720" y="65455"/>
                </a:cubicBezTo>
                <a:cubicBezTo>
                  <a:pt x="180558" y="54293"/>
                  <a:pt x="162431" y="54293"/>
                  <a:pt x="151269" y="65455"/>
                </a:cubicBezTo>
                <a:lnTo>
                  <a:pt x="8394" y="208330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0" y="2593474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305395" y="9525"/>
                </a:moveTo>
                <a:cubicBezTo>
                  <a:pt x="384250" y="9525"/>
                  <a:pt x="448270" y="73545"/>
                  <a:pt x="448270" y="152400"/>
                </a:cubicBezTo>
                <a:cubicBezTo>
                  <a:pt x="448270" y="231255"/>
                  <a:pt x="384250" y="295275"/>
                  <a:pt x="305395" y="295275"/>
                </a:cubicBezTo>
                <a:cubicBezTo>
                  <a:pt x="226540" y="295275"/>
                  <a:pt x="162520" y="231255"/>
                  <a:pt x="162520" y="152400"/>
                </a:cubicBezTo>
                <a:cubicBezTo>
                  <a:pt x="162520" y="73545"/>
                  <a:pt x="226540" y="9525"/>
                  <a:pt x="305395" y="9525"/>
                </a:cubicBezTo>
                <a:close/>
                <a:moveTo>
                  <a:pt x="269915" y="361950"/>
                </a:moveTo>
                <a:lnTo>
                  <a:pt x="340638" y="361950"/>
                </a:lnTo>
                <a:lnTo>
                  <a:pt x="342424" y="361950"/>
                </a:lnTo>
                <a:cubicBezTo>
                  <a:pt x="327065" y="393859"/>
                  <a:pt x="333137" y="431244"/>
                  <a:pt x="356116" y="456605"/>
                </a:cubicBezTo>
                <a:cubicBezTo>
                  <a:pt x="332065" y="483156"/>
                  <a:pt x="326588" y="523042"/>
                  <a:pt x="344924" y="555903"/>
                </a:cubicBezTo>
                <a:lnTo>
                  <a:pt x="371713" y="604004"/>
                </a:lnTo>
                <a:cubicBezTo>
                  <a:pt x="372785" y="605909"/>
                  <a:pt x="373975" y="607814"/>
                  <a:pt x="375166" y="609600"/>
                </a:cubicBezTo>
                <a:lnTo>
                  <a:pt x="92988" y="609600"/>
                </a:lnTo>
                <a:cubicBezTo>
                  <a:pt x="73462" y="609600"/>
                  <a:pt x="57626" y="593765"/>
                  <a:pt x="57626" y="574238"/>
                </a:cubicBezTo>
                <a:cubicBezTo>
                  <a:pt x="57626" y="456962"/>
                  <a:pt x="152638" y="361950"/>
                  <a:pt x="269915" y="361950"/>
                </a:cubicBezTo>
                <a:close/>
                <a:moveTo>
                  <a:pt x="515064" y="294799"/>
                </a:moveTo>
                <a:cubicBezTo>
                  <a:pt x="515064" y="278963"/>
                  <a:pt x="527804" y="266224"/>
                  <a:pt x="543639" y="266224"/>
                </a:cubicBezTo>
                <a:lnTo>
                  <a:pt x="600789" y="266224"/>
                </a:lnTo>
                <a:cubicBezTo>
                  <a:pt x="616625" y="266224"/>
                  <a:pt x="629364" y="278963"/>
                  <a:pt x="629364" y="294799"/>
                </a:cubicBezTo>
                <a:lnTo>
                  <a:pt x="629364" y="302062"/>
                </a:lnTo>
                <a:cubicBezTo>
                  <a:pt x="629364" y="324564"/>
                  <a:pt x="658058" y="341114"/>
                  <a:pt x="677585" y="329922"/>
                </a:cubicBezTo>
                <a:lnTo>
                  <a:pt x="683538" y="326469"/>
                </a:lnTo>
                <a:cubicBezTo>
                  <a:pt x="697349" y="318492"/>
                  <a:pt x="715089" y="323374"/>
                  <a:pt x="722828" y="337304"/>
                </a:cubicBezTo>
                <a:lnTo>
                  <a:pt x="749498" y="385167"/>
                </a:lnTo>
                <a:cubicBezTo>
                  <a:pt x="756880" y="398502"/>
                  <a:pt x="752594" y="415171"/>
                  <a:pt x="739735" y="423267"/>
                </a:cubicBezTo>
                <a:lnTo>
                  <a:pt x="734139" y="426720"/>
                </a:lnTo>
                <a:cubicBezTo>
                  <a:pt x="714851" y="438745"/>
                  <a:pt x="714851" y="474226"/>
                  <a:pt x="734139" y="486370"/>
                </a:cubicBezTo>
                <a:lnTo>
                  <a:pt x="739616" y="489823"/>
                </a:lnTo>
                <a:cubicBezTo>
                  <a:pt x="752475" y="497919"/>
                  <a:pt x="756880" y="514588"/>
                  <a:pt x="749498" y="527923"/>
                </a:cubicBezTo>
                <a:lnTo>
                  <a:pt x="722709" y="576024"/>
                </a:lnTo>
                <a:cubicBezTo>
                  <a:pt x="714970" y="589955"/>
                  <a:pt x="697230" y="594955"/>
                  <a:pt x="683419" y="586859"/>
                </a:cubicBezTo>
                <a:lnTo>
                  <a:pt x="677585" y="583406"/>
                </a:lnTo>
                <a:cubicBezTo>
                  <a:pt x="658058" y="572095"/>
                  <a:pt x="629364" y="588764"/>
                  <a:pt x="629364" y="611267"/>
                </a:cubicBezTo>
                <a:lnTo>
                  <a:pt x="629364" y="618530"/>
                </a:lnTo>
                <a:cubicBezTo>
                  <a:pt x="629364" y="634365"/>
                  <a:pt x="616625" y="647105"/>
                  <a:pt x="600789" y="647105"/>
                </a:cubicBezTo>
                <a:lnTo>
                  <a:pt x="543639" y="647105"/>
                </a:lnTo>
                <a:cubicBezTo>
                  <a:pt x="527804" y="647105"/>
                  <a:pt x="515064" y="634365"/>
                  <a:pt x="515064" y="618530"/>
                </a:cubicBezTo>
                <a:lnTo>
                  <a:pt x="515064" y="611505"/>
                </a:lnTo>
                <a:cubicBezTo>
                  <a:pt x="515064" y="588883"/>
                  <a:pt x="486251" y="572214"/>
                  <a:pt x="466606" y="583525"/>
                </a:cubicBezTo>
                <a:lnTo>
                  <a:pt x="460891" y="586859"/>
                </a:lnTo>
                <a:cubicBezTo>
                  <a:pt x="447080" y="594836"/>
                  <a:pt x="429458" y="589955"/>
                  <a:pt x="421600" y="576024"/>
                </a:cubicBezTo>
                <a:lnTo>
                  <a:pt x="394692" y="527923"/>
                </a:lnTo>
                <a:cubicBezTo>
                  <a:pt x="387310" y="514588"/>
                  <a:pt x="391597" y="497800"/>
                  <a:pt x="404574" y="489704"/>
                </a:cubicBezTo>
                <a:lnTo>
                  <a:pt x="409813" y="486489"/>
                </a:lnTo>
                <a:cubicBezTo>
                  <a:pt x="429220" y="474464"/>
                  <a:pt x="429220" y="438745"/>
                  <a:pt x="409813" y="426720"/>
                </a:cubicBezTo>
                <a:lnTo>
                  <a:pt x="404455" y="423386"/>
                </a:lnTo>
                <a:cubicBezTo>
                  <a:pt x="391478" y="415290"/>
                  <a:pt x="387191" y="398502"/>
                  <a:pt x="394573" y="385167"/>
                </a:cubicBezTo>
                <a:lnTo>
                  <a:pt x="421362" y="337185"/>
                </a:lnTo>
                <a:cubicBezTo>
                  <a:pt x="429101" y="323255"/>
                  <a:pt x="446842" y="318373"/>
                  <a:pt x="460534" y="326350"/>
                </a:cubicBezTo>
                <a:lnTo>
                  <a:pt x="466249" y="329684"/>
                </a:lnTo>
                <a:cubicBezTo>
                  <a:pt x="485894" y="340995"/>
                  <a:pt x="514707" y="324326"/>
                  <a:pt x="514707" y="301704"/>
                </a:cubicBezTo>
                <a:lnTo>
                  <a:pt x="514707" y="294680"/>
                </a:lnTo>
                <a:close/>
                <a:moveTo>
                  <a:pt x="634008" y="456962"/>
                </a:moveTo>
                <a:cubicBezTo>
                  <a:pt x="634008" y="422791"/>
                  <a:pt x="606266" y="395049"/>
                  <a:pt x="572095" y="395049"/>
                </a:cubicBezTo>
                <a:cubicBezTo>
                  <a:pt x="537925" y="395049"/>
                  <a:pt x="510183" y="422791"/>
                  <a:pt x="510183" y="456962"/>
                </a:cubicBezTo>
                <a:cubicBezTo>
                  <a:pt x="510183" y="491132"/>
                  <a:pt x="537925" y="518874"/>
                  <a:pt x="572095" y="518874"/>
                </a:cubicBezTo>
                <a:cubicBezTo>
                  <a:pt x="606266" y="518874"/>
                  <a:pt x="634008" y="491132"/>
                  <a:pt x="634008" y="456962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9" name="Text 6"/>
          <p:cNvSpPr/>
          <p:nvPr/>
        </p:nvSpPr>
        <p:spPr>
          <a:xfrm>
            <a:off x="4948015" y="3415098"/>
            <a:ext cx="202819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fa-IR" sz="3200" b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2- پیکربندی</a:t>
            </a:r>
            <a:endParaRPr lang="en-US" sz="32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75150" y="4521334"/>
            <a:ext cx="3042285" cy="949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نام</a:t>
            </a: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و ایمیل خود را </a:t>
            </a:r>
            <a:r>
              <a:rPr lang="en-US" sz="32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تنظیم</a:t>
            </a: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32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کنید</a:t>
            </a:r>
            <a:r>
              <a:rPr lang="fa-IR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36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17950" y="31878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208419"/>
                </a:moveTo>
                <a:cubicBezTo>
                  <a:pt x="-2768" y="219581"/>
                  <a:pt x="-2768" y="237708"/>
                  <a:pt x="8394" y="248870"/>
                </a:cubicBezTo>
                <a:lnTo>
                  <a:pt x="151269" y="391745"/>
                </a:lnTo>
                <a:cubicBezTo>
                  <a:pt x="162431" y="402908"/>
                  <a:pt x="180558" y="402908"/>
                  <a:pt x="191720" y="391745"/>
                </a:cubicBezTo>
                <a:cubicBezTo>
                  <a:pt x="202883" y="380583"/>
                  <a:pt x="202883" y="362456"/>
                  <a:pt x="191720" y="351294"/>
                </a:cubicBezTo>
                <a:lnTo>
                  <a:pt x="97601" y="257175"/>
                </a:ln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97601" y="200025"/>
                </a:lnTo>
                <a:lnTo>
                  <a:pt x="191720" y="105906"/>
                </a:lnTo>
                <a:cubicBezTo>
                  <a:pt x="202883" y="94744"/>
                  <a:pt x="202883" y="76617"/>
                  <a:pt x="191720" y="65455"/>
                </a:cubicBezTo>
                <a:cubicBezTo>
                  <a:pt x="180558" y="54293"/>
                  <a:pt x="162431" y="54293"/>
                  <a:pt x="151269" y="65455"/>
                </a:cubicBezTo>
                <a:lnTo>
                  <a:pt x="8394" y="208330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2" name="Shape 9"/>
          <p:cNvSpPr/>
          <p:nvPr/>
        </p:nvSpPr>
        <p:spPr>
          <a:xfrm>
            <a:off x="1892300" y="259347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192" y="141208"/>
                </a:moveTo>
                <a:cubicBezTo>
                  <a:pt x="-3691" y="126325"/>
                  <a:pt x="-3691" y="102156"/>
                  <a:pt x="11192" y="87273"/>
                </a:cubicBezTo>
                <a:cubicBezTo>
                  <a:pt x="26075" y="72390"/>
                  <a:pt x="50244" y="72390"/>
                  <a:pt x="65127" y="87273"/>
                </a:cubicBezTo>
                <a:lnTo>
                  <a:pt x="255627" y="277773"/>
                </a:lnTo>
                <a:cubicBezTo>
                  <a:pt x="270510" y="292656"/>
                  <a:pt x="270510" y="316825"/>
                  <a:pt x="255627" y="331708"/>
                </a:cubicBezTo>
                <a:lnTo>
                  <a:pt x="65127" y="522208"/>
                </a:lnTo>
                <a:cubicBezTo>
                  <a:pt x="50244" y="537091"/>
                  <a:pt x="26075" y="537091"/>
                  <a:pt x="11192" y="522208"/>
                </a:cubicBezTo>
                <a:cubicBezTo>
                  <a:pt x="-3691" y="507325"/>
                  <a:pt x="-3691" y="483156"/>
                  <a:pt x="11192" y="468273"/>
                </a:cubicBezTo>
                <a:lnTo>
                  <a:pt x="174665" y="304800"/>
                </a:lnTo>
                <a:lnTo>
                  <a:pt x="11192" y="141208"/>
                </a:lnTo>
                <a:close/>
                <a:moveTo>
                  <a:pt x="266700" y="457200"/>
                </a:moveTo>
                <a:lnTo>
                  <a:pt x="571500" y="457200"/>
                </a:lnTo>
                <a:cubicBezTo>
                  <a:pt x="592574" y="457200"/>
                  <a:pt x="609600" y="474226"/>
                  <a:pt x="609600" y="495300"/>
                </a:cubicBezTo>
                <a:cubicBezTo>
                  <a:pt x="609600" y="516374"/>
                  <a:pt x="592574" y="533400"/>
                  <a:pt x="571500" y="533400"/>
                </a:cubicBezTo>
                <a:lnTo>
                  <a:pt x="266700" y="533400"/>
                </a:lnTo>
                <a:cubicBezTo>
                  <a:pt x="245626" y="533400"/>
                  <a:pt x="228600" y="516374"/>
                  <a:pt x="228600" y="495300"/>
                </a:cubicBezTo>
                <a:cubicBezTo>
                  <a:pt x="228600" y="474226"/>
                  <a:pt x="245626" y="457200"/>
                  <a:pt x="266700" y="457200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13" name="Text 10"/>
          <p:cNvSpPr/>
          <p:nvPr/>
        </p:nvSpPr>
        <p:spPr>
          <a:xfrm>
            <a:off x="1165380" y="3355474"/>
            <a:ext cx="149654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fa-IR" sz="3200" b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3- امنیت</a:t>
            </a:r>
            <a:endParaRPr lang="en-US" sz="32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2821" y="3812674"/>
            <a:ext cx="3159058" cy="2116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برای اتصال امن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SSH Key</a:t>
            </a:r>
            <a:r>
              <a:rPr lang="fa-IR" sz="3200" dirty="0">
                <a:solidFill>
                  <a:srgbClr val="0070C0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یا </a:t>
            </a:r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توکن</a:t>
            </a: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بسازید.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750" y="1150082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0000400000000000000" pitchFamily="2" charset="-78"/>
              </a:rPr>
              <a:t>چرخه حیات تغییرات در گیت</a:t>
            </a:r>
          </a:p>
        </p:txBody>
      </p:sp>
      <p:sp>
        <p:nvSpPr>
          <p:cNvPr id="4" name="Shape 1"/>
          <p:cNvSpPr/>
          <p:nvPr/>
        </p:nvSpPr>
        <p:spPr>
          <a:xfrm>
            <a:off x="100203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61499" y="25837"/>
                </a:moveTo>
                <a:cubicBezTo>
                  <a:pt x="535424" y="-238"/>
                  <a:pt x="493276" y="-238"/>
                  <a:pt x="467201" y="25837"/>
                </a:cubicBezTo>
                <a:lnTo>
                  <a:pt x="438150" y="54888"/>
                </a:lnTo>
                <a:lnTo>
                  <a:pt x="554712" y="171450"/>
                </a:lnTo>
                <a:lnTo>
                  <a:pt x="583763" y="142399"/>
                </a:lnTo>
                <a:cubicBezTo>
                  <a:pt x="609838" y="116324"/>
                  <a:pt x="609838" y="74176"/>
                  <a:pt x="583763" y="48101"/>
                </a:cubicBezTo>
                <a:lnTo>
                  <a:pt x="561499" y="25837"/>
                </a:lnTo>
                <a:close/>
                <a:moveTo>
                  <a:pt x="205264" y="287774"/>
                </a:moveTo>
                <a:cubicBezTo>
                  <a:pt x="198001" y="295037"/>
                  <a:pt x="192405" y="303967"/>
                  <a:pt x="189190" y="313849"/>
                </a:cubicBezTo>
                <a:lnTo>
                  <a:pt x="153948" y="419576"/>
                </a:lnTo>
                <a:cubicBezTo>
                  <a:pt x="150495" y="429816"/>
                  <a:pt x="153233" y="441127"/>
                  <a:pt x="160853" y="448866"/>
                </a:cubicBezTo>
                <a:cubicBezTo>
                  <a:pt x="168473" y="456605"/>
                  <a:pt x="179784" y="459224"/>
                  <a:pt x="190143" y="455771"/>
                </a:cubicBezTo>
                <a:lnTo>
                  <a:pt x="295870" y="420529"/>
                </a:lnTo>
                <a:cubicBezTo>
                  <a:pt x="305633" y="417314"/>
                  <a:pt x="314563" y="411718"/>
                  <a:pt x="321945" y="404455"/>
                </a:cubicBezTo>
                <a:lnTo>
                  <a:pt x="514350" y="211812"/>
                </a:lnTo>
                <a:lnTo>
                  <a:pt x="397788" y="95250"/>
                </a:lnTo>
                <a:lnTo>
                  <a:pt x="205264" y="287774"/>
                </a:lnTo>
                <a:close/>
                <a:moveTo>
                  <a:pt x="114300" y="76200"/>
                </a:moveTo>
                <a:cubicBezTo>
                  <a:pt x="51197" y="76200"/>
                  <a:pt x="0" y="127397"/>
                  <a:pt x="0" y="190500"/>
                </a:cubicBezTo>
                <a:lnTo>
                  <a:pt x="0" y="495300"/>
                </a:lnTo>
                <a:cubicBezTo>
                  <a:pt x="0" y="558403"/>
                  <a:pt x="51197" y="609600"/>
                  <a:pt x="114300" y="609600"/>
                </a:cubicBezTo>
                <a:lnTo>
                  <a:pt x="419100" y="609600"/>
                </a:lnTo>
                <a:cubicBezTo>
                  <a:pt x="482203" y="609600"/>
                  <a:pt x="533400" y="558403"/>
                  <a:pt x="533400" y="495300"/>
                </a:cubicBezTo>
                <a:lnTo>
                  <a:pt x="533400" y="381000"/>
                </a:lnTo>
                <a:cubicBezTo>
                  <a:pt x="533400" y="359926"/>
                  <a:pt x="516374" y="342900"/>
                  <a:pt x="495300" y="342900"/>
                </a:cubicBezTo>
                <a:cubicBezTo>
                  <a:pt x="474226" y="342900"/>
                  <a:pt x="457200" y="359926"/>
                  <a:pt x="457200" y="381000"/>
                </a:cubicBezTo>
                <a:lnTo>
                  <a:pt x="457200" y="495300"/>
                </a:lnTo>
                <a:cubicBezTo>
                  <a:pt x="457200" y="516374"/>
                  <a:pt x="440174" y="533400"/>
                  <a:pt x="419100" y="533400"/>
                </a:cubicBezTo>
                <a:lnTo>
                  <a:pt x="114300" y="533400"/>
                </a:lnTo>
                <a:cubicBezTo>
                  <a:pt x="93226" y="533400"/>
                  <a:pt x="76200" y="516374"/>
                  <a:pt x="76200" y="495300"/>
                </a:cubicBezTo>
                <a:lnTo>
                  <a:pt x="76200" y="190500"/>
                </a:lnTo>
                <a:cubicBezTo>
                  <a:pt x="76200" y="169426"/>
                  <a:pt x="93226" y="152400"/>
                  <a:pt x="114300" y="152400"/>
                </a:cubicBezTo>
                <a:lnTo>
                  <a:pt x="228600" y="152400"/>
                </a:lnTo>
                <a:cubicBezTo>
                  <a:pt x="249674" y="152400"/>
                  <a:pt x="266700" y="135374"/>
                  <a:pt x="266700" y="114300"/>
                </a:cubicBezTo>
                <a:cubicBezTo>
                  <a:pt x="266700" y="93226"/>
                  <a:pt x="249674" y="76200"/>
                  <a:pt x="228600" y="76200"/>
                </a:cubicBezTo>
                <a:lnTo>
                  <a:pt x="114300" y="76200"/>
                </a:ln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5" name="Text 2"/>
          <p:cNvSpPr/>
          <p:nvPr/>
        </p:nvSpPr>
        <p:spPr>
          <a:xfrm>
            <a:off x="8316039" y="3310901"/>
            <a:ext cx="3999072" cy="398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4A4A4A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Working Directory</a:t>
            </a:r>
          </a:p>
        </p:txBody>
      </p:sp>
      <p:sp>
        <p:nvSpPr>
          <p:cNvPr id="7" name="Shape 4"/>
          <p:cNvSpPr/>
          <p:nvPr/>
        </p:nvSpPr>
        <p:spPr>
          <a:xfrm>
            <a:off x="7981950" y="3058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208419"/>
                </a:moveTo>
                <a:cubicBezTo>
                  <a:pt x="-2768" y="219581"/>
                  <a:pt x="-2768" y="237708"/>
                  <a:pt x="8394" y="248870"/>
                </a:cubicBezTo>
                <a:lnTo>
                  <a:pt x="151269" y="391745"/>
                </a:lnTo>
                <a:cubicBezTo>
                  <a:pt x="162431" y="402908"/>
                  <a:pt x="180558" y="402908"/>
                  <a:pt x="191720" y="391745"/>
                </a:cubicBezTo>
                <a:cubicBezTo>
                  <a:pt x="202883" y="380583"/>
                  <a:pt x="202883" y="362456"/>
                  <a:pt x="191720" y="351294"/>
                </a:cubicBezTo>
                <a:lnTo>
                  <a:pt x="97601" y="257175"/>
                </a:ln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97601" y="200025"/>
                </a:lnTo>
                <a:lnTo>
                  <a:pt x="191720" y="105906"/>
                </a:lnTo>
                <a:cubicBezTo>
                  <a:pt x="202883" y="94744"/>
                  <a:pt x="202883" y="76617"/>
                  <a:pt x="191720" y="65455"/>
                </a:cubicBezTo>
                <a:cubicBezTo>
                  <a:pt x="180558" y="54293"/>
                  <a:pt x="162431" y="54293"/>
                  <a:pt x="151269" y="65455"/>
                </a:cubicBezTo>
                <a:lnTo>
                  <a:pt x="8394" y="208330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8" name="Shape 5"/>
          <p:cNvSpPr/>
          <p:nvPr/>
        </p:nvSpPr>
        <p:spPr>
          <a:xfrm>
            <a:off x="57912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276225" y="409575"/>
                </a:moveTo>
                <a:lnTo>
                  <a:pt x="276225" y="333375"/>
                </a:lnTo>
                <a:lnTo>
                  <a:pt x="200025" y="333375"/>
                </a:lnTo>
                <a:cubicBezTo>
                  <a:pt x="184190" y="333375"/>
                  <a:pt x="171450" y="320635"/>
                  <a:pt x="171450" y="304800"/>
                </a:cubicBezTo>
                <a:cubicBezTo>
                  <a:pt x="171450" y="288965"/>
                  <a:pt x="184190" y="276225"/>
                  <a:pt x="200025" y="276225"/>
                </a:cubicBezTo>
                <a:lnTo>
                  <a:pt x="276225" y="276225"/>
                </a:lnTo>
                <a:lnTo>
                  <a:pt x="276225" y="200025"/>
                </a:lnTo>
                <a:cubicBezTo>
                  <a:pt x="276225" y="184190"/>
                  <a:pt x="288965" y="171450"/>
                  <a:pt x="304800" y="171450"/>
                </a:cubicBezTo>
                <a:cubicBezTo>
                  <a:pt x="320635" y="171450"/>
                  <a:pt x="333375" y="184190"/>
                  <a:pt x="333375" y="200025"/>
                </a:cubicBezTo>
                <a:lnTo>
                  <a:pt x="333375" y="276225"/>
                </a:lnTo>
                <a:lnTo>
                  <a:pt x="409575" y="276225"/>
                </a:lnTo>
                <a:cubicBezTo>
                  <a:pt x="425410" y="276225"/>
                  <a:pt x="438150" y="288965"/>
                  <a:pt x="438150" y="304800"/>
                </a:cubicBezTo>
                <a:cubicBezTo>
                  <a:pt x="438150" y="320635"/>
                  <a:pt x="425410" y="333375"/>
                  <a:pt x="409575" y="333375"/>
                </a:cubicBezTo>
                <a:lnTo>
                  <a:pt x="333375" y="333375"/>
                </a:lnTo>
                <a:lnTo>
                  <a:pt x="333375" y="409575"/>
                </a:lnTo>
                <a:cubicBezTo>
                  <a:pt x="333375" y="425410"/>
                  <a:pt x="320635" y="438150"/>
                  <a:pt x="304800" y="438150"/>
                </a:cubicBezTo>
                <a:cubicBezTo>
                  <a:pt x="288965" y="438150"/>
                  <a:pt x="276225" y="425410"/>
                  <a:pt x="276225" y="409575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9" name="Text 6"/>
          <p:cNvSpPr/>
          <p:nvPr/>
        </p:nvSpPr>
        <p:spPr>
          <a:xfrm>
            <a:off x="4852948" y="3335035"/>
            <a:ext cx="25901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4A4A4A"/>
                </a:solidFill>
                <a:latin typeface="Times New Roman" panose="02020603050405020304" pitchFamily="18" charset="0"/>
                <a:ea typeface="Noto Sans SC" pitchFamily="34" charset="-122"/>
                <a:cs typeface="B Nazanin" panose="020B0604020202020204" charset="-78"/>
              </a:rPr>
              <a:t>Staging Area</a:t>
            </a:r>
          </a:p>
        </p:txBody>
      </p:sp>
      <p:sp>
        <p:nvSpPr>
          <p:cNvPr id="11" name="Shape 8"/>
          <p:cNvSpPr/>
          <p:nvPr/>
        </p:nvSpPr>
        <p:spPr>
          <a:xfrm>
            <a:off x="3752850" y="3058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394" y="208419"/>
                </a:moveTo>
                <a:cubicBezTo>
                  <a:pt x="-2768" y="219581"/>
                  <a:pt x="-2768" y="237708"/>
                  <a:pt x="8394" y="248870"/>
                </a:cubicBezTo>
                <a:lnTo>
                  <a:pt x="151269" y="391745"/>
                </a:lnTo>
                <a:cubicBezTo>
                  <a:pt x="162431" y="402908"/>
                  <a:pt x="180558" y="402908"/>
                  <a:pt x="191720" y="391745"/>
                </a:cubicBezTo>
                <a:cubicBezTo>
                  <a:pt x="202883" y="380583"/>
                  <a:pt x="202883" y="362456"/>
                  <a:pt x="191720" y="351294"/>
                </a:cubicBezTo>
                <a:lnTo>
                  <a:pt x="97601" y="257175"/>
                </a:ln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97601" y="200025"/>
                </a:lnTo>
                <a:lnTo>
                  <a:pt x="191720" y="105906"/>
                </a:lnTo>
                <a:cubicBezTo>
                  <a:pt x="202883" y="94744"/>
                  <a:pt x="202883" y="76617"/>
                  <a:pt x="191720" y="65455"/>
                </a:cubicBezTo>
                <a:cubicBezTo>
                  <a:pt x="180558" y="54293"/>
                  <a:pt x="162431" y="54293"/>
                  <a:pt x="151269" y="65455"/>
                </a:cubicBezTo>
                <a:lnTo>
                  <a:pt x="8394" y="208330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2" name="Shape 9"/>
          <p:cNvSpPr/>
          <p:nvPr/>
        </p:nvSpPr>
        <p:spPr>
          <a:xfrm>
            <a:off x="1562100" y="2641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405289" y="253246"/>
                </a:moveTo>
                <a:lnTo>
                  <a:pt x="310039" y="405646"/>
                </a:lnTo>
                <a:cubicBezTo>
                  <a:pt x="305038" y="413623"/>
                  <a:pt x="296466" y="418624"/>
                  <a:pt x="287060" y="419100"/>
                </a:cubicBezTo>
                <a:cubicBezTo>
                  <a:pt x="277654" y="419576"/>
                  <a:pt x="268605" y="415290"/>
                  <a:pt x="263009" y="407670"/>
                </a:cubicBezTo>
                <a:lnTo>
                  <a:pt x="205859" y="331470"/>
                </a:lnTo>
                <a:cubicBezTo>
                  <a:pt x="196334" y="318849"/>
                  <a:pt x="198953" y="300990"/>
                  <a:pt x="211574" y="291465"/>
                </a:cubicBezTo>
                <a:cubicBezTo>
                  <a:pt x="224195" y="281940"/>
                  <a:pt x="242054" y="284559"/>
                  <a:pt x="251579" y="297180"/>
                </a:cubicBezTo>
                <a:lnTo>
                  <a:pt x="283726" y="340043"/>
                </a:lnTo>
                <a:lnTo>
                  <a:pt x="356830" y="223004"/>
                </a:lnTo>
                <a:cubicBezTo>
                  <a:pt x="365165" y="209669"/>
                  <a:pt x="382786" y="205502"/>
                  <a:pt x="396240" y="213955"/>
                </a:cubicBezTo>
                <a:cubicBezTo>
                  <a:pt x="409694" y="222409"/>
                  <a:pt x="413742" y="239911"/>
                  <a:pt x="405289" y="253365"/>
                </a:cubicBez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3" name="Text 10"/>
          <p:cNvSpPr/>
          <p:nvPr/>
        </p:nvSpPr>
        <p:spPr>
          <a:xfrm>
            <a:off x="270078" y="3357280"/>
            <a:ext cx="33157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4A4A4A"/>
                </a:solidFill>
                <a:latin typeface="Times New Roman" panose="02020603050405020304" pitchFamily="18" charset="0"/>
                <a:ea typeface="Noto Sans SC" pitchFamily="34" charset="-122"/>
                <a:cs typeface="B Nazanin" panose="020B0604020202020204" charset="-78"/>
              </a:rPr>
              <a:t>Local Repository</a:t>
            </a:r>
            <a:endParaRPr lang="en-US" sz="2800" dirty="0">
              <a:latin typeface="Times New Roman" panose="02020603050405020304" pitchFamily="18" charset="0"/>
              <a:cs typeface="B Nazanin" panose="020B0604020202020204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C8A104-0572-14B5-3ACB-4DB86BE72E74}"/>
              </a:ext>
            </a:extLst>
          </p:cNvPr>
          <p:cNvSpPr txBox="1"/>
          <p:nvPr/>
        </p:nvSpPr>
        <p:spPr>
          <a:xfrm>
            <a:off x="758133" y="4778279"/>
            <a:ext cx="10605331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fa-IR" sz="2400" dirty="0">
              <a:solidFill>
                <a:srgbClr val="4A4A4A"/>
              </a:solidFill>
              <a:latin typeface="Noto Sans SC" pitchFamily="34" charset="0"/>
              <a:ea typeface="Noto Sans SC" pitchFamily="34" charset="-122"/>
              <a:cs typeface="B Nazanin" panose="00000400000000000000" pitchFamily="2" charset="-78"/>
            </a:endParaRPr>
          </a:p>
          <a:p>
            <a:pPr algn="ctr" rtl="1"/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با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b="1" dirty="0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git </a:t>
            </a:r>
            <a:r>
              <a:rPr lang="en-US" sz="2400" b="1" dirty="0" err="1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init</a:t>
            </a:r>
            <a:r>
              <a:rPr lang="fa-IR" sz="2400" b="1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یک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پوشه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معمولی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به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مخزن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محلی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تبدیل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می‌شود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.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درک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وضعیت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هر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فایل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با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b="1" dirty="0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git status</a:t>
            </a:r>
            <a:r>
              <a:rPr lang="fa-IR" sz="2400" b="1" dirty="0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پیش‌نیاز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کنترل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دقیق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است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.</a:t>
            </a:r>
            <a:endParaRPr lang="en-US" sz="2400" dirty="0">
              <a:cs typeface="B Nazanin" panose="00000400000000000000" pitchFamily="2" charset="-78"/>
            </a:endParaRPr>
          </a:p>
          <a:p>
            <a:pPr algn="l"/>
            <a:endParaRPr lang="en-US" sz="2400" dirty="0">
              <a:cs typeface="B Nazani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A6B467-F89A-BDA2-D83D-733CE7C75FDD}"/>
              </a:ext>
            </a:extLst>
          </p:cNvPr>
          <p:cNvSpPr txBox="1"/>
          <p:nvPr/>
        </p:nvSpPr>
        <p:spPr>
          <a:xfrm>
            <a:off x="8987925" y="3970281"/>
            <a:ext cx="2655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sz="2400">
                <a:cs typeface="B Zar" panose="00000400000000000000" pitchFamily="2" charset="-78"/>
              </a:rPr>
              <a:t>فایل‌ها را ویرایش می‌کنید.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2B1711-FA6A-7B56-0824-4E6F2D22E898}"/>
              </a:ext>
            </a:extLst>
          </p:cNvPr>
          <p:cNvSpPr txBox="1"/>
          <p:nvPr/>
        </p:nvSpPr>
        <p:spPr>
          <a:xfrm>
            <a:off x="4226294" y="3997258"/>
            <a:ext cx="3843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cs typeface="B Zar" panose="00000400000000000000" pitchFamily="2" charset="-78"/>
              </a:rPr>
              <a:t>با </a:t>
            </a:r>
            <a:r>
              <a:rPr lang="en-US" sz="2400" dirty="0">
                <a:cs typeface="B Zar" panose="00000400000000000000" pitchFamily="2" charset="-78"/>
              </a:rPr>
              <a:t>git add</a:t>
            </a:r>
            <a:r>
              <a:rPr lang="fa-IR" sz="2400" dirty="0">
                <a:cs typeface="B Zar" panose="00000400000000000000" pitchFamily="2" charset="-78"/>
              </a:rPr>
              <a:t> تغییرات را آماده می‌کنید.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BAAD5A-C65F-2F4E-D170-FEDCEA726EF9}"/>
              </a:ext>
            </a:extLst>
          </p:cNvPr>
          <p:cNvSpPr txBox="1"/>
          <p:nvPr/>
        </p:nvSpPr>
        <p:spPr>
          <a:xfrm>
            <a:off x="153131" y="4003630"/>
            <a:ext cx="3432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400" dirty="0">
                <a:cs typeface="B Nazanin" panose="020B0604020202020204" charset="-78"/>
              </a:rPr>
              <a:t>با </a:t>
            </a:r>
            <a:r>
              <a:rPr lang="en-US" sz="2400" dirty="0">
                <a:cs typeface="B Nazanin" panose="020B0604020202020204" charset="-78"/>
              </a:rPr>
              <a:t>git commit</a:t>
            </a:r>
            <a:r>
              <a:rPr lang="fa-IR" sz="2400" dirty="0">
                <a:cs typeface="B Nazanin" panose="020B0604020202020204" charset="-78"/>
              </a:rPr>
              <a:t> </a:t>
            </a:r>
            <a:r>
              <a:rPr lang="en-US" sz="2400" dirty="0">
                <a:cs typeface="B Nazanin" panose="020B0604020202020204" charset="-78"/>
              </a:rPr>
              <a:t> </a:t>
            </a:r>
            <a:r>
              <a:rPr lang="fa-IR" sz="2400" dirty="0">
                <a:cs typeface="B Nazanin" panose="020B0604020202020204" charset="-78"/>
              </a:rPr>
              <a:t>ذخیره می‌کنید.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179047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fa-IR" sz="4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2</a:t>
            </a:r>
            <a:endParaRPr lang="en-US" sz="4400" dirty="0">
              <a:cs typeface="B Nazanin" panose="00000400000000000000" pitchFamily="2" charset="-78"/>
            </a:endParaRPr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315335" y="3429000"/>
            <a:ext cx="8497570" cy="923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گیت‌هاب و همکاری</a:t>
            </a:r>
            <a:endParaRPr lang="en-US" sz="54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02</a:t>
            </a:r>
            <a:endParaRPr lang="en-US" sz="60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05" y="-80593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53147" y="1961147"/>
            <a:ext cx="76388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1">
              <a:lnSpc>
                <a:spcPct val="100000"/>
              </a:lnSpc>
            </a:pPr>
            <a:r>
              <a:rPr lang="en-US" sz="4400" b="1" dirty="0" err="1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گیت‌هاب</a:t>
            </a:r>
            <a:r>
              <a:rPr lang="en-US" sz="44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: سکوی ابری برای همکاری</a:t>
            </a:r>
            <a:endParaRPr lang="en-US" sz="44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94400" y="2603500"/>
            <a:ext cx="5638800" cy="288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گیت‌هاب سکوی ابری مبتنی بر گیت است که علاوه بر میزبانی کد، ابزارهای </a:t>
            </a:r>
            <a:r>
              <a:rPr lang="en-US" sz="2800" dirty="0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مدیریت Issue، Pull </a:t>
            </a:r>
            <a:r>
              <a:rPr lang="en-US" sz="2800" dirty="0" err="1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Request،Code</a:t>
            </a:r>
            <a:r>
              <a:rPr lang="en-US" sz="2800" dirty="0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dirty="0" err="1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Review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یکپارچه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ارائه می‌دهد.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94400" y="5339347"/>
            <a:ext cx="5638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 algn="r" rtl="1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امکان </a:t>
            </a:r>
            <a:r>
              <a:rPr lang="en-US" sz="2400" b="1" dirty="0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دنبال‌کردن پروژه‌های متن‌باز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و مشارکت جهانی.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  <a:p>
            <a:pPr marL="254000" indent="-254000" algn="r" rtl="1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4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تبدیل‌شدن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به </a:t>
            </a:r>
            <a:r>
              <a:rPr lang="en-US" sz="2400" b="1" dirty="0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بستر اصلی توسعه نرم‌افزار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مدرن.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048B6F-8963-EF6D-01F4-7F906D8EC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9028" y="2110564"/>
            <a:ext cx="3620251" cy="362025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380" y="-203298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8542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ساخت حساب کاربری و تنظیمات امنیتی</a:t>
            </a:r>
            <a:endParaRPr lang="en-US" sz="48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48400" y="2717800"/>
            <a:ext cx="5689600" cy="3683000"/>
          </a:xfrm>
          <a:custGeom>
            <a:avLst/>
            <a:gdLst/>
            <a:ahLst/>
            <a:cxnLst/>
            <a:rect l="l" t="t" r="r" b="b"/>
            <a:pathLst>
              <a:path w="5689600" h="2286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84410"/>
                </a:lnTo>
                <a:cubicBezTo>
                  <a:pt x="5689600" y="2240517"/>
                  <a:pt x="5644117" y="2286000"/>
                  <a:pt x="55880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394450" y="2921000"/>
            <a:ext cx="539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8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.1 ثبت‌نام و تنظیمات اولیه</a:t>
            </a:r>
            <a:endParaRPr lang="en-US" sz="16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404600" y="350012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31750"/>
                </a:moveTo>
                <a:cubicBezTo>
                  <a:pt x="10666" y="31750"/>
                  <a:pt x="0" y="42416"/>
                  <a:pt x="0" y="55563"/>
                </a:cubicBezTo>
                <a:cubicBezTo>
                  <a:pt x="0" y="63054"/>
                  <a:pt x="3522" y="70098"/>
                  <a:pt x="9525" y="74613"/>
                </a:cubicBezTo>
                <a:lnTo>
                  <a:pt x="112713" y="152003"/>
                </a:lnTo>
                <a:cubicBezTo>
                  <a:pt x="121196" y="158353"/>
                  <a:pt x="132804" y="158353"/>
                  <a:pt x="141288" y="152003"/>
                </a:cubicBezTo>
                <a:lnTo>
                  <a:pt x="244475" y="74612"/>
                </a:lnTo>
                <a:cubicBezTo>
                  <a:pt x="250478" y="70098"/>
                  <a:pt x="254000" y="63054"/>
                  <a:pt x="254000" y="55562"/>
                </a:cubicBezTo>
                <a:cubicBezTo>
                  <a:pt x="254000" y="42416"/>
                  <a:pt x="243334" y="31750"/>
                  <a:pt x="230188" y="31750"/>
                </a:cubicBezTo>
                <a:lnTo>
                  <a:pt x="23812" y="31750"/>
                </a:lnTo>
                <a:close/>
                <a:moveTo>
                  <a:pt x="0" y="97234"/>
                </a:move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97234"/>
                </a:lnTo>
                <a:lnTo>
                  <a:pt x="155575" y="171053"/>
                </a:lnTo>
                <a:cubicBezTo>
                  <a:pt x="138658" y="183753"/>
                  <a:pt x="115342" y="183753"/>
                  <a:pt x="98425" y="171053"/>
                </a:cubicBezTo>
                <a:lnTo>
                  <a:pt x="0" y="97234"/>
                </a:ln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7" name="Text 4"/>
          <p:cNvSpPr/>
          <p:nvPr/>
        </p:nvSpPr>
        <p:spPr>
          <a:xfrm>
            <a:off x="7995401" y="3477928"/>
            <a:ext cx="3256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ثبت‌نام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با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ایمیل معتبر.</a:t>
            </a:r>
            <a:endParaRPr lang="en-US" sz="28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372850" y="4008121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27050" y="3969"/>
                </a:moveTo>
                <a:cubicBezTo>
                  <a:pt x="159906" y="3969"/>
                  <a:pt x="186581" y="30644"/>
                  <a:pt x="186581" y="63500"/>
                </a:cubicBezTo>
                <a:cubicBezTo>
                  <a:pt x="186581" y="96356"/>
                  <a:pt x="159906" y="123031"/>
                  <a:pt x="127050" y="123031"/>
                </a:cubicBezTo>
                <a:cubicBezTo>
                  <a:pt x="94193" y="123031"/>
                  <a:pt x="67518" y="96356"/>
                  <a:pt x="67518" y="63500"/>
                </a:cubicBezTo>
                <a:cubicBezTo>
                  <a:pt x="67518" y="30644"/>
                  <a:pt x="94193" y="3969"/>
                  <a:pt x="127050" y="3969"/>
                </a:cubicBezTo>
                <a:close/>
                <a:moveTo>
                  <a:pt x="112316" y="150813"/>
                </a:moveTo>
                <a:lnTo>
                  <a:pt x="141784" y="150813"/>
                </a:lnTo>
                <a:cubicBezTo>
                  <a:pt x="145107" y="150813"/>
                  <a:pt x="148332" y="151011"/>
                  <a:pt x="151557" y="151358"/>
                </a:cubicBezTo>
                <a:cubicBezTo>
                  <a:pt x="151110" y="153789"/>
                  <a:pt x="150862" y="156270"/>
                  <a:pt x="150862" y="158800"/>
                </a:cubicBezTo>
                <a:lnTo>
                  <a:pt x="150862" y="204490"/>
                </a:lnTo>
                <a:cubicBezTo>
                  <a:pt x="150862" y="217140"/>
                  <a:pt x="155873" y="229245"/>
                  <a:pt x="164802" y="238175"/>
                </a:cubicBezTo>
                <a:lnTo>
                  <a:pt x="180628" y="254000"/>
                </a:lnTo>
                <a:lnTo>
                  <a:pt x="38596" y="254000"/>
                </a:lnTo>
                <a:cubicBezTo>
                  <a:pt x="30460" y="254000"/>
                  <a:pt x="23862" y="247402"/>
                  <a:pt x="23862" y="239266"/>
                </a:cubicBezTo>
                <a:cubicBezTo>
                  <a:pt x="23862" y="190401"/>
                  <a:pt x="63450" y="150813"/>
                  <a:pt x="112316" y="150813"/>
                </a:cubicBezTo>
                <a:close/>
                <a:moveTo>
                  <a:pt x="174675" y="204490"/>
                </a:moveTo>
                <a:lnTo>
                  <a:pt x="174675" y="158800"/>
                </a:lnTo>
                <a:cubicBezTo>
                  <a:pt x="174675" y="150019"/>
                  <a:pt x="181769" y="142925"/>
                  <a:pt x="190550" y="142925"/>
                </a:cubicBezTo>
                <a:lnTo>
                  <a:pt x="236240" y="142925"/>
                </a:lnTo>
                <a:cubicBezTo>
                  <a:pt x="242540" y="142925"/>
                  <a:pt x="248593" y="145455"/>
                  <a:pt x="253057" y="149920"/>
                </a:cubicBezTo>
                <a:lnTo>
                  <a:pt x="300682" y="197545"/>
                </a:lnTo>
                <a:cubicBezTo>
                  <a:pt x="309959" y="206821"/>
                  <a:pt x="309959" y="221903"/>
                  <a:pt x="300682" y="231229"/>
                </a:cubicBezTo>
                <a:lnTo>
                  <a:pt x="262930" y="268982"/>
                </a:lnTo>
                <a:cubicBezTo>
                  <a:pt x="253653" y="278259"/>
                  <a:pt x="238571" y="278259"/>
                  <a:pt x="229245" y="268982"/>
                </a:cubicBezTo>
                <a:lnTo>
                  <a:pt x="181620" y="221357"/>
                </a:lnTo>
                <a:cubicBezTo>
                  <a:pt x="177155" y="216892"/>
                  <a:pt x="174625" y="210840"/>
                  <a:pt x="174625" y="204539"/>
                </a:cubicBezTo>
                <a:close/>
                <a:moveTo>
                  <a:pt x="226268" y="182563"/>
                </a:moveTo>
                <a:cubicBezTo>
                  <a:pt x="226268" y="175991"/>
                  <a:pt x="220933" y="170656"/>
                  <a:pt x="214362" y="170656"/>
                </a:cubicBezTo>
                <a:cubicBezTo>
                  <a:pt x="207791" y="170656"/>
                  <a:pt x="202456" y="175991"/>
                  <a:pt x="202456" y="182563"/>
                </a:cubicBezTo>
                <a:cubicBezTo>
                  <a:pt x="202456" y="189134"/>
                  <a:pt x="207791" y="194469"/>
                  <a:pt x="214362" y="194469"/>
                </a:cubicBezTo>
                <a:cubicBezTo>
                  <a:pt x="220933" y="194469"/>
                  <a:pt x="226268" y="189134"/>
                  <a:pt x="226268" y="182563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9" name="Text 6"/>
          <p:cNvSpPr/>
          <p:nvPr/>
        </p:nvSpPr>
        <p:spPr>
          <a:xfrm>
            <a:off x="7577138" y="4013200"/>
            <a:ext cx="37463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انتخاب نام کاربری قابل‌تشخیص.</a:t>
            </a:r>
            <a:endParaRPr lang="en-US" sz="28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420475" y="4516121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0"/>
                </a:moveTo>
                <a:cubicBezTo>
                  <a:pt x="102344" y="0"/>
                  <a:pt x="95250" y="7094"/>
                  <a:pt x="95250" y="15875"/>
                </a:cubicBezTo>
                <a:lnTo>
                  <a:pt x="95250" y="17463"/>
                </a:lnTo>
                <a:cubicBezTo>
                  <a:pt x="59035" y="24805"/>
                  <a:pt x="31750" y="56852"/>
                  <a:pt x="31750" y="95250"/>
                </a:cubicBezTo>
                <a:lnTo>
                  <a:pt x="31750" y="106015"/>
                </a:lnTo>
                <a:cubicBezTo>
                  <a:pt x="31750" y="129877"/>
                  <a:pt x="23614" y="153045"/>
                  <a:pt x="8731" y="171698"/>
                </a:cubicBezTo>
                <a:lnTo>
                  <a:pt x="3870" y="177750"/>
                </a:lnTo>
                <a:cubicBezTo>
                  <a:pt x="1339" y="180876"/>
                  <a:pt x="0" y="184745"/>
                  <a:pt x="0" y="188764"/>
                </a:cubicBezTo>
                <a:cubicBezTo>
                  <a:pt x="0" y="198487"/>
                  <a:pt x="7888" y="206375"/>
                  <a:pt x="17611" y="206375"/>
                </a:cubicBezTo>
                <a:lnTo>
                  <a:pt x="204589" y="206375"/>
                </a:lnTo>
                <a:cubicBezTo>
                  <a:pt x="214313" y="206375"/>
                  <a:pt x="222200" y="198487"/>
                  <a:pt x="222200" y="188764"/>
                </a:cubicBezTo>
                <a:cubicBezTo>
                  <a:pt x="222200" y="184745"/>
                  <a:pt x="220861" y="180876"/>
                  <a:pt x="218331" y="177750"/>
                </a:cubicBezTo>
                <a:lnTo>
                  <a:pt x="213469" y="171698"/>
                </a:lnTo>
                <a:cubicBezTo>
                  <a:pt x="198636" y="153045"/>
                  <a:pt x="190500" y="129877"/>
                  <a:pt x="190500" y="106015"/>
                </a:cubicBezTo>
                <a:lnTo>
                  <a:pt x="190500" y="95250"/>
                </a:lnTo>
                <a:cubicBezTo>
                  <a:pt x="190500" y="56852"/>
                  <a:pt x="163215" y="24805"/>
                  <a:pt x="127000" y="17462"/>
                </a:cubicBezTo>
                <a:lnTo>
                  <a:pt x="127000" y="15875"/>
                </a:lnTo>
                <a:cubicBezTo>
                  <a:pt x="127000" y="7094"/>
                  <a:pt x="119906" y="0"/>
                  <a:pt x="111125" y="0"/>
                </a:cubicBezTo>
                <a:close/>
                <a:moveTo>
                  <a:pt x="80367" y="230188"/>
                </a:moveTo>
                <a:cubicBezTo>
                  <a:pt x="83889" y="243880"/>
                  <a:pt x="96341" y="254000"/>
                  <a:pt x="111125" y="254000"/>
                </a:cubicBezTo>
                <a:cubicBezTo>
                  <a:pt x="125909" y="254000"/>
                  <a:pt x="138361" y="243880"/>
                  <a:pt x="141883" y="230188"/>
                </a:cubicBezTo>
                <a:lnTo>
                  <a:pt x="80367" y="230188"/>
                </a:ln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1" name="Text 8"/>
          <p:cNvSpPr/>
          <p:nvPr/>
        </p:nvSpPr>
        <p:spPr>
          <a:xfrm>
            <a:off x="8228556" y="4492592"/>
            <a:ext cx="31307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مدیریت نوتیفیکیشن‌ها.</a:t>
            </a:r>
            <a:endParaRPr lang="en-US" sz="28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4000" y="2717800"/>
            <a:ext cx="5689600" cy="3683000"/>
          </a:xfrm>
          <a:custGeom>
            <a:avLst/>
            <a:gdLst/>
            <a:ahLst/>
            <a:cxnLst/>
            <a:rect l="l" t="t" r="r" b="b"/>
            <a:pathLst>
              <a:path w="5689600" h="2286000">
                <a:moveTo>
                  <a:pt x="101590" y="0"/>
                </a:moveTo>
                <a:lnTo>
                  <a:pt x="5588010" y="0"/>
                </a:lnTo>
                <a:cubicBezTo>
                  <a:pt x="5644117" y="0"/>
                  <a:pt x="5689600" y="45483"/>
                  <a:pt x="5689600" y="101590"/>
                </a:cubicBezTo>
                <a:lnTo>
                  <a:pt x="5689600" y="2184410"/>
                </a:lnTo>
                <a:cubicBezTo>
                  <a:pt x="5689600" y="2240517"/>
                  <a:pt x="5644117" y="2286000"/>
                  <a:pt x="5588010" y="2286000"/>
                </a:cubicBezTo>
                <a:lnTo>
                  <a:pt x="101590" y="2286000"/>
                </a:lnTo>
                <a:cubicBezTo>
                  <a:pt x="45483" y="2286000"/>
                  <a:pt x="0" y="2240517"/>
                  <a:pt x="0" y="2184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  <p:txBody>
          <a:bodyPr/>
          <a:lstStyle/>
          <a:p>
            <a:pPr algn="r" rtl="1"/>
            <a:endParaRPr lang="en-US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0050" y="2921000"/>
            <a:ext cx="539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18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.2 امنیت حساب</a:t>
            </a:r>
            <a:endParaRPr lang="en-US" sz="16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10200" y="350012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5" name="Text 12"/>
          <p:cNvSpPr/>
          <p:nvPr/>
        </p:nvSpPr>
        <p:spPr>
          <a:xfrm>
            <a:off x="939800" y="3449321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فعال‌سازی </a:t>
            </a: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احراز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هویت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دوعاملی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10200" y="404582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7" name="Text 14"/>
          <p:cNvSpPr/>
          <p:nvPr/>
        </p:nvSpPr>
        <p:spPr>
          <a:xfrm>
            <a:off x="1404700" y="3957321"/>
            <a:ext cx="38565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تهیه 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توکن دسترسی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(PAT)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384898" y="456325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9" name="Text 16"/>
          <p:cNvSpPr/>
          <p:nvPr/>
        </p:nvSpPr>
        <p:spPr>
          <a:xfrm>
            <a:off x="390623" y="4168282"/>
            <a:ext cx="4937877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تنظیم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SSH </a:t>
            </a: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Key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برای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اتصال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بی‌کلمه‌عبور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05" y="-86491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338585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3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همکاری با شاخه‌ها و Pull Request</a:t>
            </a:r>
            <a:endParaRPr lang="en-US" sz="16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203200" y="2189747"/>
            <a:ext cx="11785600" cy="1102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این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گردش کار باعث </a:t>
            </a: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حفظ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</a:t>
            </a:r>
            <a:r>
              <a:rPr lang="en-US" sz="28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پایداریBranchاصلی</a:t>
            </a:r>
            <a:r>
              <a:rPr lang="en-US" sz="28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و افزایش کیفیت کد از طریق Code Review می‌شود.</a:t>
            </a:r>
            <a:endParaRPr lang="en-US" sz="2800" b="1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667683" y="3667764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71438" y="92869"/>
                </a:moveTo>
                <a:cubicBezTo>
                  <a:pt x="83266" y="92869"/>
                  <a:pt x="92869" y="83266"/>
                  <a:pt x="92869" y="71438"/>
                </a:cubicBezTo>
                <a:cubicBezTo>
                  <a:pt x="92869" y="59609"/>
                  <a:pt x="83266" y="50006"/>
                  <a:pt x="71438" y="50006"/>
                </a:cubicBezTo>
                <a:cubicBezTo>
                  <a:pt x="59609" y="50006"/>
                  <a:pt x="50006" y="59609"/>
                  <a:pt x="50006" y="71438"/>
                </a:cubicBezTo>
                <a:cubicBezTo>
                  <a:pt x="50006" y="83266"/>
                  <a:pt x="59609" y="92869"/>
                  <a:pt x="71438" y="92869"/>
                </a:cubicBezTo>
                <a:close/>
                <a:moveTo>
                  <a:pt x="142875" y="71438"/>
                </a:moveTo>
                <a:cubicBezTo>
                  <a:pt x="142875" y="100727"/>
                  <a:pt x="125284" y="125909"/>
                  <a:pt x="100013" y="136892"/>
                </a:cubicBezTo>
                <a:lnTo>
                  <a:pt x="100013" y="200025"/>
                </a:lnTo>
                <a:lnTo>
                  <a:pt x="257175" y="200025"/>
                </a:lnTo>
                <a:cubicBezTo>
                  <a:pt x="280839" y="200025"/>
                  <a:pt x="300038" y="180826"/>
                  <a:pt x="300038" y="157163"/>
                </a:cubicBezTo>
                <a:lnTo>
                  <a:pt x="300038" y="136892"/>
                </a:lnTo>
                <a:cubicBezTo>
                  <a:pt x="274766" y="125909"/>
                  <a:pt x="257175" y="100727"/>
                  <a:pt x="257175" y="71438"/>
                </a:cubicBezTo>
                <a:cubicBezTo>
                  <a:pt x="257175" y="31968"/>
                  <a:pt x="289143" y="0"/>
                  <a:pt x="328613" y="0"/>
                </a:cubicBezTo>
                <a:cubicBezTo>
                  <a:pt x="368082" y="0"/>
                  <a:pt x="400050" y="31968"/>
                  <a:pt x="400050" y="71438"/>
                </a:cubicBezTo>
                <a:cubicBezTo>
                  <a:pt x="400050" y="100727"/>
                  <a:pt x="382459" y="125909"/>
                  <a:pt x="357188" y="136892"/>
                </a:cubicBezTo>
                <a:lnTo>
                  <a:pt x="357188" y="157163"/>
                </a:lnTo>
                <a:cubicBezTo>
                  <a:pt x="357188" y="212437"/>
                  <a:pt x="312450" y="257175"/>
                  <a:pt x="257175" y="257175"/>
                </a:cubicBezTo>
                <a:lnTo>
                  <a:pt x="100013" y="257175"/>
                </a:lnTo>
                <a:lnTo>
                  <a:pt x="100013" y="320308"/>
                </a:lnTo>
                <a:cubicBezTo>
                  <a:pt x="125284" y="331291"/>
                  <a:pt x="142875" y="356473"/>
                  <a:pt x="142875" y="385763"/>
                </a:cubicBezTo>
                <a:cubicBezTo>
                  <a:pt x="142875" y="425232"/>
                  <a:pt x="110907" y="457200"/>
                  <a:pt x="71438" y="457200"/>
                </a:cubicBezTo>
                <a:cubicBezTo>
                  <a:pt x="31968" y="457200"/>
                  <a:pt x="0" y="425232"/>
                  <a:pt x="0" y="385763"/>
                </a:cubicBezTo>
                <a:cubicBezTo>
                  <a:pt x="0" y="356473"/>
                  <a:pt x="17591" y="331291"/>
                  <a:pt x="42863" y="320308"/>
                </a:cubicBezTo>
                <a:lnTo>
                  <a:pt x="42863" y="136981"/>
                </a:lnTo>
                <a:cubicBezTo>
                  <a:pt x="17591" y="125909"/>
                  <a:pt x="0" y="100727"/>
                  <a:pt x="0" y="71438"/>
                </a:cubicBezTo>
                <a:cubicBezTo>
                  <a:pt x="0" y="31968"/>
                  <a:pt x="31968" y="0"/>
                  <a:pt x="71438" y="0"/>
                </a:cubicBezTo>
                <a:cubicBezTo>
                  <a:pt x="110907" y="0"/>
                  <a:pt x="142875" y="31968"/>
                  <a:pt x="142875" y="71438"/>
                </a:cubicBezTo>
                <a:close/>
                <a:moveTo>
                  <a:pt x="350044" y="71438"/>
                </a:moveTo>
                <a:cubicBezTo>
                  <a:pt x="350044" y="59609"/>
                  <a:pt x="340441" y="50006"/>
                  <a:pt x="328613" y="50006"/>
                </a:cubicBezTo>
                <a:cubicBezTo>
                  <a:pt x="316784" y="50006"/>
                  <a:pt x="307181" y="59609"/>
                  <a:pt x="307181" y="71438"/>
                </a:cubicBezTo>
                <a:cubicBezTo>
                  <a:pt x="307181" y="83266"/>
                  <a:pt x="316784" y="92869"/>
                  <a:pt x="328613" y="92869"/>
                </a:cubicBezTo>
                <a:cubicBezTo>
                  <a:pt x="340441" y="92869"/>
                  <a:pt x="350044" y="83266"/>
                  <a:pt x="350044" y="71438"/>
                </a:cubicBezTo>
                <a:close/>
                <a:moveTo>
                  <a:pt x="71438" y="407194"/>
                </a:moveTo>
                <a:cubicBezTo>
                  <a:pt x="83266" y="407194"/>
                  <a:pt x="92869" y="397591"/>
                  <a:pt x="92869" y="385763"/>
                </a:cubicBezTo>
                <a:cubicBezTo>
                  <a:pt x="92869" y="373934"/>
                  <a:pt x="83266" y="364331"/>
                  <a:pt x="71438" y="364331"/>
                </a:cubicBezTo>
                <a:cubicBezTo>
                  <a:pt x="59609" y="364331"/>
                  <a:pt x="50006" y="373934"/>
                  <a:pt x="50006" y="385763"/>
                </a:cubicBezTo>
                <a:cubicBezTo>
                  <a:pt x="50006" y="397591"/>
                  <a:pt x="59609" y="407194"/>
                  <a:pt x="71438" y="407194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6" name="Text 3"/>
          <p:cNvSpPr/>
          <p:nvPr/>
        </p:nvSpPr>
        <p:spPr>
          <a:xfrm>
            <a:off x="9690100" y="4378899"/>
            <a:ext cx="2194559" cy="441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ایجاد شاخه جداگانه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070181" y="39065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995" y="173682"/>
                </a:moveTo>
                <a:cubicBezTo>
                  <a:pt x="-2307" y="182984"/>
                  <a:pt x="-2307" y="198090"/>
                  <a:pt x="6995" y="207392"/>
                </a:cubicBezTo>
                <a:lnTo>
                  <a:pt x="126057" y="326454"/>
                </a:lnTo>
                <a:cubicBezTo>
                  <a:pt x="135359" y="335756"/>
                  <a:pt x="150465" y="335756"/>
                  <a:pt x="159767" y="326454"/>
                </a:cubicBezTo>
                <a:cubicBezTo>
                  <a:pt x="169069" y="317153"/>
                  <a:pt x="169069" y="302047"/>
                  <a:pt x="159767" y="292745"/>
                </a:cubicBezTo>
                <a:lnTo>
                  <a:pt x="81335" y="214313"/>
                </a:lnTo>
                <a:lnTo>
                  <a:pt x="357188" y="214313"/>
                </a:lnTo>
                <a:cubicBezTo>
                  <a:pt x="370359" y="214313"/>
                  <a:pt x="381000" y="203671"/>
                  <a:pt x="381000" y="190500"/>
                </a:cubicBezTo>
                <a:cubicBezTo>
                  <a:pt x="381000" y="177329"/>
                  <a:pt x="370359" y="166688"/>
                  <a:pt x="357188" y="166688"/>
                </a:cubicBezTo>
                <a:lnTo>
                  <a:pt x="81335" y="166688"/>
                </a:lnTo>
                <a:lnTo>
                  <a:pt x="159767" y="88255"/>
                </a:lnTo>
                <a:cubicBezTo>
                  <a:pt x="169069" y="78953"/>
                  <a:pt x="169069" y="63847"/>
                  <a:pt x="159767" y="54546"/>
                </a:cubicBezTo>
                <a:cubicBezTo>
                  <a:pt x="150465" y="45244"/>
                  <a:pt x="135359" y="45244"/>
                  <a:pt x="126057" y="54546"/>
                </a:cubicBezTo>
                <a:lnTo>
                  <a:pt x="6995" y="173608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8" name="Shape 5"/>
          <p:cNvSpPr/>
          <p:nvPr/>
        </p:nvSpPr>
        <p:spPr>
          <a:xfrm>
            <a:off x="7650163" y="3667764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97601"/>
                </a:moveTo>
                <a:lnTo>
                  <a:pt x="228600" y="285750"/>
                </a:lnTo>
                <a:cubicBezTo>
                  <a:pt x="228600" y="301556"/>
                  <a:pt x="215831" y="314325"/>
                  <a:pt x="200025" y="314325"/>
                </a:cubicBezTo>
                <a:cubicBezTo>
                  <a:pt x="184219" y="314325"/>
                  <a:pt x="171450" y="301556"/>
                  <a:pt x="171450" y="285750"/>
                </a:cubicBezTo>
                <a:lnTo>
                  <a:pt x="171450" y="97601"/>
                </a:lnTo>
                <a:lnTo>
                  <a:pt x="134481" y="134570"/>
                </a:lnTo>
                <a:cubicBezTo>
                  <a:pt x="123319" y="145733"/>
                  <a:pt x="105192" y="145733"/>
                  <a:pt x="94030" y="134570"/>
                </a:cubicBezTo>
                <a:cubicBezTo>
                  <a:pt x="82867" y="123408"/>
                  <a:pt x="82867" y="105281"/>
                  <a:pt x="94030" y="94119"/>
                </a:cubicBezTo>
                <a:lnTo>
                  <a:pt x="179755" y="8394"/>
                </a:lnTo>
                <a:cubicBezTo>
                  <a:pt x="190917" y="-2768"/>
                  <a:pt x="209044" y="-2768"/>
                  <a:pt x="220206" y="8394"/>
                </a:cubicBezTo>
                <a:lnTo>
                  <a:pt x="305931" y="94119"/>
                </a:lnTo>
                <a:cubicBezTo>
                  <a:pt x="317093" y="105281"/>
                  <a:pt x="317093" y="123408"/>
                  <a:pt x="305931" y="134570"/>
                </a:cubicBezTo>
                <a:cubicBezTo>
                  <a:pt x="294769" y="145733"/>
                  <a:pt x="276642" y="145733"/>
                  <a:pt x="265480" y="134570"/>
                </a:cubicBezTo>
                <a:lnTo>
                  <a:pt x="228600" y="97601"/>
                </a:lnTo>
                <a:close/>
                <a:moveTo>
                  <a:pt x="200025" y="357188"/>
                </a:moveTo>
                <a:cubicBezTo>
                  <a:pt x="239494" y="357188"/>
                  <a:pt x="271463" y="325219"/>
                  <a:pt x="271463" y="285750"/>
                </a:cubicBezTo>
                <a:lnTo>
                  <a:pt x="342900" y="285750"/>
                </a:lnTo>
                <a:cubicBezTo>
                  <a:pt x="374422" y="285750"/>
                  <a:pt x="400050" y="311378"/>
                  <a:pt x="400050" y="342900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342900"/>
                </a:lnTo>
                <a:cubicBezTo>
                  <a:pt x="0" y="311378"/>
                  <a:pt x="25628" y="285750"/>
                  <a:pt x="57150" y="285750"/>
                </a:cubicBezTo>
                <a:lnTo>
                  <a:pt x="128588" y="285750"/>
                </a:lnTo>
                <a:cubicBezTo>
                  <a:pt x="128588" y="325219"/>
                  <a:pt x="160556" y="357188"/>
                  <a:pt x="200025" y="357188"/>
                </a:cubicBezTo>
                <a:close/>
                <a:moveTo>
                  <a:pt x="328613" y="378619"/>
                </a:moveTo>
                <a:cubicBezTo>
                  <a:pt x="340441" y="378619"/>
                  <a:pt x="350044" y="369016"/>
                  <a:pt x="350044" y="357188"/>
                </a:cubicBezTo>
                <a:cubicBezTo>
                  <a:pt x="350044" y="345359"/>
                  <a:pt x="340441" y="335756"/>
                  <a:pt x="328613" y="335756"/>
                </a:cubicBezTo>
                <a:cubicBezTo>
                  <a:pt x="316784" y="335756"/>
                  <a:pt x="307181" y="345359"/>
                  <a:pt x="307181" y="357188"/>
                </a:cubicBezTo>
                <a:cubicBezTo>
                  <a:pt x="307181" y="369016"/>
                  <a:pt x="316784" y="378619"/>
                  <a:pt x="328613" y="378619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9" name="Text 6"/>
          <p:cNvSpPr/>
          <p:nvPr/>
        </p:nvSpPr>
        <p:spPr>
          <a:xfrm>
            <a:off x="6810375" y="4359910"/>
            <a:ext cx="22169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32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 Push تغییرات</a:t>
            </a:r>
            <a:endParaRPr lang="en-US" sz="32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55703" y="39065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995" y="173682"/>
                </a:moveTo>
                <a:cubicBezTo>
                  <a:pt x="-2307" y="182984"/>
                  <a:pt x="-2307" y="198090"/>
                  <a:pt x="6995" y="207392"/>
                </a:cubicBezTo>
                <a:lnTo>
                  <a:pt x="126057" y="326454"/>
                </a:lnTo>
                <a:cubicBezTo>
                  <a:pt x="135359" y="335756"/>
                  <a:pt x="150465" y="335756"/>
                  <a:pt x="159767" y="326454"/>
                </a:cubicBezTo>
                <a:cubicBezTo>
                  <a:pt x="169069" y="317153"/>
                  <a:pt x="169069" y="302047"/>
                  <a:pt x="159767" y="292745"/>
                </a:cubicBezTo>
                <a:lnTo>
                  <a:pt x="81335" y="214313"/>
                </a:lnTo>
                <a:lnTo>
                  <a:pt x="357188" y="214313"/>
                </a:lnTo>
                <a:cubicBezTo>
                  <a:pt x="370359" y="214313"/>
                  <a:pt x="381000" y="203671"/>
                  <a:pt x="381000" y="190500"/>
                </a:cubicBezTo>
                <a:cubicBezTo>
                  <a:pt x="381000" y="177329"/>
                  <a:pt x="370359" y="166688"/>
                  <a:pt x="357188" y="166688"/>
                </a:cubicBezTo>
                <a:lnTo>
                  <a:pt x="81335" y="166688"/>
                </a:lnTo>
                <a:lnTo>
                  <a:pt x="159767" y="88255"/>
                </a:lnTo>
                <a:cubicBezTo>
                  <a:pt x="169069" y="78953"/>
                  <a:pt x="169069" y="63847"/>
                  <a:pt x="159767" y="54546"/>
                </a:cubicBezTo>
                <a:cubicBezTo>
                  <a:pt x="150465" y="45244"/>
                  <a:pt x="135359" y="45244"/>
                  <a:pt x="126057" y="54546"/>
                </a:cubicBezTo>
                <a:lnTo>
                  <a:pt x="6995" y="173608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1" name="Shape 8"/>
          <p:cNvSpPr/>
          <p:nvPr/>
        </p:nvSpPr>
        <p:spPr>
          <a:xfrm>
            <a:off x="4595971" y="36677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2894" y="21431"/>
                </a:moveTo>
                <a:cubicBezTo>
                  <a:pt x="292894" y="12769"/>
                  <a:pt x="287715" y="4911"/>
                  <a:pt x="279678" y="1607"/>
                </a:cubicBezTo>
                <a:cubicBezTo>
                  <a:pt x="271641" y="-1697"/>
                  <a:pt x="262444" y="179"/>
                  <a:pt x="256282" y="6251"/>
                </a:cubicBezTo>
                <a:lnTo>
                  <a:pt x="206276" y="56257"/>
                </a:lnTo>
                <a:cubicBezTo>
                  <a:pt x="197882" y="64651"/>
                  <a:pt x="197882" y="78224"/>
                  <a:pt x="206276" y="86529"/>
                </a:cubicBezTo>
                <a:lnTo>
                  <a:pt x="256282" y="136535"/>
                </a:lnTo>
                <a:cubicBezTo>
                  <a:pt x="262444" y="142696"/>
                  <a:pt x="271641" y="144482"/>
                  <a:pt x="279678" y="141178"/>
                </a:cubicBezTo>
                <a:cubicBezTo>
                  <a:pt x="287715" y="137874"/>
                  <a:pt x="292894" y="130106"/>
                  <a:pt x="292894" y="121444"/>
                </a:cubicBezTo>
                <a:lnTo>
                  <a:pt x="292894" y="100013"/>
                </a:lnTo>
                <a:lnTo>
                  <a:pt x="314325" y="100013"/>
                </a:lnTo>
                <a:cubicBezTo>
                  <a:pt x="330131" y="100013"/>
                  <a:pt x="342900" y="112782"/>
                  <a:pt x="342900" y="128588"/>
                </a:cubicBezTo>
                <a:lnTo>
                  <a:pt x="342900" y="320308"/>
                </a:lnTo>
                <a:cubicBezTo>
                  <a:pt x="317629" y="331291"/>
                  <a:pt x="300038" y="356473"/>
                  <a:pt x="300038" y="385763"/>
                </a:cubicBezTo>
                <a:cubicBezTo>
                  <a:pt x="300038" y="425232"/>
                  <a:pt x="332006" y="457200"/>
                  <a:pt x="371475" y="457200"/>
                </a:cubicBezTo>
                <a:cubicBezTo>
                  <a:pt x="410944" y="457200"/>
                  <a:pt x="442913" y="425232"/>
                  <a:pt x="442913" y="385763"/>
                </a:cubicBezTo>
                <a:cubicBezTo>
                  <a:pt x="442913" y="356473"/>
                  <a:pt x="425321" y="331291"/>
                  <a:pt x="400050" y="320308"/>
                </a:cubicBezTo>
                <a:lnTo>
                  <a:pt x="400050" y="128588"/>
                </a:lnTo>
                <a:cubicBezTo>
                  <a:pt x="400050" y="81260"/>
                  <a:pt x="361652" y="42863"/>
                  <a:pt x="314325" y="42863"/>
                </a:cubicBezTo>
                <a:lnTo>
                  <a:pt x="292894" y="42863"/>
                </a:lnTo>
                <a:lnTo>
                  <a:pt x="292894" y="21431"/>
                </a:lnTo>
                <a:close/>
                <a:moveTo>
                  <a:pt x="64294" y="71438"/>
                </a:moveTo>
                <a:cubicBezTo>
                  <a:pt x="64294" y="59609"/>
                  <a:pt x="73897" y="50006"/>
                  <a:pt x="85725" y="50006"/>
                </a:cubicBezTo>
                <a:cubicBezTo>
                  <a:pt x="97553" y="50006"/>
                  <a:pt x="107156" y="59609"/>
                  <a:pt x="107156" y="71438"/>
                </a:cubicBezTo>
                <a:cubicBezTo>
                  <a:pt x="107156" y="83266"/>
                  <a:pt x="97553" y="92869"/>
                  <a:pt x="85725" y="92869"/>
                </a:cubicBezTo>
                <a:cubicBezTo>
                  <a:pt x="73897" y="92869"/>
                  <a:pt x="64294" y="83266"/>
                  <a:pt x="64294" y="71438"/>
                </a:cubicBezTo>
                <a:close/>
                <a:moveTo>
                  <a:pt x="114300" y="136892"/>
                </a:moveTo>
                <a:cubicBezTo>
                  <a:pt x="139571" y="125909"/>
                  <a:pt x="157163" y="100727"/>
                  <a:pt x="157163" y="71438"/>
                </a:cubicBezTo>
                <a:cubicBezTo>
                  <a:pt x="157163" y="31968"/>
                  <a:pt x="125194" y="0"/>
                  <a:pt x="85725" y="0"/>
                </a:cubicBezTo>
                <a:cubicBezTo>
                  <a:pt x="46256" y="0"/>
                  <a:pt x="14288" y="31968"/>
                  <a:pt x="14288" y="71438"/>
                </a:cubicBezTo>
                <a:cubicBezTo>
                  <a:pt x="14288" y="100727"/>
                  <a:pt x="31879" y="125909"/>
                  <a:pt x="57150" y="136892"/>
                </a:cubicBezTo>
                <a:lnTo>
                  <a:pt x="57150" y="320219"/>
                </a:lnTo>
                <a:cubicBezTo>
                  <a:pt x="31879" y="331202"/>
                  <a:pt x="14288" y="356384"/>
                  <a:pt x="14288" y="385673"/>
                </a:cubicBezTo>
                <a:cubicBezTo>
                  <a:pt x="14288" y="425142"/>
                  <a:pt x="46256" y="457111"/>
                  <a:pt x="85725" y="457111"/>
                </a:cubicBezTo>
                <a:cubicBezTo>
                  <a:pt x="125194" y="457111"/>
                  <a:pt x="157163" y="425142"/>
                  <a:pt x="157163" y="385673"/>
                </a:cubicBezTo>
                <a:cubicBezTo>
                  <a:pt x="157163" y="356384"/>
                  <a:pt x="139571" y="331202"/>
                  <a:pt x="114300" y="320219"/>
                </a:cubicBezTo>
                <a:lnTo>
                  <a:pt x="114300" y="136892"/>
                </a:lnTo>
                <a:close/>
                <a:moveTo>
                  <a:pt x="64294" y="385763"/>
                </a:moveTo>
                <a:cubicBezTo>
                  <a:pt x="64294" y="373934"/>
                  <a:pt x="73897" y="364331"/>
                  <a:pt x="85725" y="364331"/>
                </a:cubicBezTo>
                <a:cubicBezTo>
                  <a:pt x="97553" y="364331"/>
                  <a:pt x="107156" y="373934"/>
                  <a:pt x="107156" y="385763"/>
                </a:cubicBezTo>
                <a:cubicBezTo>
                  <a:pt x="107156" y="397591"/>
                  <a:pt x="97553" y="407194"/>
                  <a:pt x="85725" y="407194"/>
                </a:cubicBezTo>
                <a:cubicBezTo>
                  <a:pt x="73897" y="407194"/>
                  <a:pt x="64294" y="397591"/>
                  <a:pt x="64294" y="385763"/>
                </a:cubicBezTo>
                <a:close/>
                <a:moveTo>
                  <a:pt x="371475" y="364331"/>
                </a:moveTo>
                <a:cubicBezTo>
                  <a:pt x="383303" y="364331"/>
                  <a:pt x="392906" y="373934"/>
                  <a:pt x="392906" y="385763"/>
                </a:cubicBezTo>
                <a:cubicBezTo>
                  <a:pt x="392906" y="397591"/>
                  <a:pt x="383303" y="407194"/>
                  <a:pt x="371475" y="407194"/>
                </a:cubicBezTo>
                <a:cubicBezTo>
                  <a:pt x="359647" y="407194"/>
                  <a:pt x="350044" y="397591"/>
                  <a:pt x="350044" y="385763"/>
                </a:cubicBezTo>
                <a:cubicBezTo>
                  <a:pt x="350044" y="373934"/>
                  <a:pt x="359647" y="364331"/>
                  <a:pt x="371475" y="364331"/>
                </a:cubicBez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2" name="Text 9"/>
          <p:cNvSpPr/>
          <p:nvPr/>
        </p:nvSpPr>
        <p:spPr>
          <a:xfrm>
            <a:off x="3365168" y="4226564"/>
            <a:ext cx="3064669" cy="663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ایجاد Pull Request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018949" y="39065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995" y="173682"/>
                </a:moveTo>
                <a:cubicBezTo>
                  <a:pt x="-2307" y="182984"/>
                  <a:pt x="-2307" y="198090"/>
                  <a:pt x="6995" y="207392"/>
                </a:cubicBezTo>
                <a:lnTo>
                  <a:pt x="126057" y="326454"/>
                </a:lnTo>
                <a:cubicBezTo>
                  <a:pt x="135359" y="335756"/>
                  <a:pt x="150465" y="335756"/>
                  <a:pt x="159767" y="326454"/>
                </a:cubicBezTo>
                <a:cubicBezTo>
                  <a:pt x="169069" y="317153"/>
                  <a:pt x="169069" y="302047"/>
                  <a:pt x="159767" y="292745"/>
                </a:cubicBezTo>
                <a:lnTo>
                  <a:pt x="81335" y="214313"/>
                </a:lnTo>
                <a:lnTo>
                  <a:pt x="357188" y="214313"/>
                </a:lnTo>
                <a:cubicBezTo>
                  <a:pt x="370359" y="214313"/>
                  <a:pt x="381000" y="203671"/>
                  <a:pt x="381000" y="190500"/>
                </a:cubicBezTo>
                <a:cubicBezTo>
                  <a:pt x="381000" y="177329"/>
                  <a:pt x="370359" y="166688"/>
                  <a:pt x="357188" y="166688"/>
                </a:cubicBezTo>
                <a:lnTo>
                  <a:pt x="81335" y="166688"/>
                </a:lnTo>
                <a:lnTo>
                  <a:pt x="159767" y="88255"/>
                </a:lnTo>
                <a:cubicBezTo>
                  <a:pt x="169069" y="78953"/>
                  <a:pt x="169069" y="63847"/>
                  <a:pt x="159767" y="54546"/>
                </a:cubicBezTo>
                <a:cubicBezTo>
                  <a:pt x="150465" y="45244"/>
                  <a:pt x="135359" y="45244"/>
                  <a:pt x="126057" y="54546"/>
                </a:cubicBezTo>
                <a:lnTo>
                  <a:pt x="6995" y="173608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4" name="Shape 11"/>
          <p:cNvSpPr/>
          <p:nvPr/>
        </p:nvSpPr>
        <p:spPr>
          <a:xfrm>
            <a:off x="1174274" y="3667764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200025"/>
                </a:moveTo>
                <a:cubicBezTo>
                  <a:pt x="337006" y="200025"/>
                  <a:pt x="378619" y="158412"/>
                  <a:pt x="378619" y="107156"/>
                </a:cubicBezTo>
                <a:cubicBezTo>
                  <a:pt x="378619" y="55901"/>
                  <a:pt x="337006" y="14288"/>
                  <a:pt x="285750" y="14288"/>
                </a:cubicBezTo>
                <a:cubicBezTo>
                  <a:pt x="234494" y="14288"/>
                  <a:pt x="192881" y="55901"/>
                  <a:pt x="192881" y="107156"/>
                </a:cubicBezTo>
                <a:cubicBezTo>
                  <a:pt x="192881" y="158412"/>
                  <a:pt x="234494" y="200025"/>
                  <a:pt x="285750" y="200025"/>
                </a:cubicBezTo>
                <a:close/>
                <a:moveTo>
                  <a:pt x="85725" y="207169"/>
                </a:moveTo>
                <a:cubicBezTo>
                  <a:pt x="121210" y="207169"/>
                  <a:pt x="150019" y="178360"/>
                  <a:pt x="150019" y="142875"/>
                </a:cubicBezTo>
                <a:cubicBezTo>
                  <a:pt x="150019" y="107390"/>
                  <a:pt x="121210" y="78581"/>
                  <a:pt x="85725" y="78581"/>
                </a:cubicBezTo>
                <a:cubicBezTo>
                  <a:pt x="50240" y="78581"/>
                  <a:pt x="21431" y="107390"/>
                  <a:pt x="21431" y="142875"/>
                </a:cubicBezTo>
                <a:cubicBezTo>
                  <a:pt x="21431" y="178360"/>
                  <a:pt x="50240" y="207169"/>
                  <a:pt x="85725" y="207169"/>
                </a:cubicBezTo>
                <a:close/>
                <a:moveTo>
                  <a:pt x="0" y="371475"/>
                </a:moveTo>
                <a:lnTo>
                  <a:pt x="0" y="400050"/>
                </a:lnTo>
                <a:cubicBezTo>
                  <a:pt x="0" y="415856"/>
                  <a:pt x="12769" y="428625"/>
                  <a:pt x="28575" y="428625"/>
                </a:cubicBezTo>
                <a:lnTo>
                  <a:pt x="105995" y="428625"/>
                </a:lnTo>
                <a:cubicBezTo>
                  <a:pt x="102156" y="419874"/>
                  <a:pt x="100013" y="410230"/>
                  <a:pt x="100013" y="400050"/>
                </a:cubicBezTo>
                <a:lnTo>
                  <a:pt x="100013" y="385763"/>
                </a:lnTo>
                <a:cubicBezTo>
                  <a:pt x="100013" y="338257"/>
                  <a:pt x="117872" y="294858"/>
                  <a:pt x="147251" y="261997"/>
                </a:cubicBezTo>
                <a:cubicBezTo>
                  <a:pt x="136803" y="258872"/>
                  <a:pt x="125730" y="257175"/>
                  <a:pt x="114300" y="257175"/>
                </a:cubicBezTo>
                <a:cubicBezTo>
                  <a:pt x="51167" y="257175"/>
                  <a:pt x="0" y="308342"/>
                  <a:pt x="0" y="371475"/>
                </a:cubicBezTo>
                <a:close/>
                <a:moveTo>
                  <a:pt x="550069" y="142875"/>
                </a:moveTo>
                <a:cubicBezTo>
                  <a:pt x="550069" y="107390"/>
                  <a:pt x="521260" y="78581"/>
                  <a:pt x="485775" y="78581"/>
                </a:cubicBezTo>
                <a:cubicBezTo>
                  <a:pt x="450290" y="78581"/>
                  <a:pt x="421481" y="107390"/>
                  <a:pt x="421481" y="142875"/>
                </a:cubicBezTo>
                <a:cubicBezTo>
                  <a:pt x="421481" y="178360"/>
                  <a:pt x="450290" y="207169"/>
                  <a:pt x="485775" y="207169"/>
                </a:cubicBezTo>
                <a:cubicBezTo>
                  <a:pt x="521260" y="207169"/>
                  <a:pt x="550069" y="178360"/>
                  <a:pt x="550069" y="142875"/>
                </a:cubicBezTo>
                <a:close/>
                <a:moveTo>
                  <a:pt x="142875" y="385763"/>
                </a:moveTo>
                <a:lnTo>
                  <a:pt x="142875" y="400050"/>
                </a:lnTo>
                <a:cubicBezTo>
                  <a:pt x="142875" y="415856"/>
                  <a:pt x="155644" y="428625"/>
                  <a:pt x="171450" y="428625"/>
                </a:cubicBezTo>
                <a:lnTo>
                  <a:pt x="311468" y="428625"/>
                </a:lnTo>
                <a:cubicBezTo>
                  <a:pt x="305127" y="409337"/>
                  <a:pt x="305842" y="388977"/>
                  <a:pt x="321022" y="371475"/>
                </a:cubicBezTo>
                <a:cubicBezTo>
                  <a:pt x="308521" y="357009"/>
                  <a:pt x="302716" y="336024"/>
                  <a:pt x="310842" y="314950"/>
                </a:cubicBezTo>
                <a:cubicBezTo>
                  <a:pt x="316736" y="299680"/>
                  <a:pt x="325041" y="285393"/>
                  <a:pt x="335310" y="272713"/>
                </a:cubicBezTo>
                <a:cubicBezTo>
                  <a:pt x="340132" y="266819"/>
                  <a:pt x="345668" y="262265"/>
                  <a:pt x="351651" y="258961"/>
                </a:cubicBezTo>
                <a:cubicBezTo>
                  <a:pt x="331916" y="248692"/>
                  <a:pt x="309503" y="242888"/>
                  <a:pt x="285750" y="242888"/>
                </a:cubicBezTo>
                <a:cubicBezTo>
                  <a:pt x="206812" y="242888"/>
                  <a:pt x="142875" y="306824"/>
                  <a:pt x="142875" y="385763"/>
                </a:cubicBezTo>
                <a:close/>
                <a:moveTo>
                  <a:pt x="557748" y="346383"/>
                </a:moveTo>
                <a:cubicBezTo>
                  <a:pt x="563374" y="343168"/>
                  <a:pt x="566231" y="336471"/>
                  <a:pt x="563820" y="330309"/>
                </a:cubicBezTo>
                <a:cubicBezTo>
                  <a:pt x="559534" y="319236"/>
                  <a:pt x="553551" y="308789"/>
                  <a:pt x="546050" y="299591"/>
                </a:cubicBezTo>
                <a:cubicBezTo>
                  <a:pt x="541943" y="294501"/>
                  <a:pt x="534710" y="293608"/>
                  <a:pt x="529084" y="296912"/>
                </a:cubicBezTo>
                <a:cubicBezTo>
                  <a:pt x="509617" y="308164"/>
                  <a:pt x="485686" y="294412"/>
                  <a:pt x="485686" y="271820"/>
                </a:cubicBezTo>
                <a:cubicBezTo>
                  <a:pt x="485686" y="265301"/>
                  <a:pt x="481310" y="259497"/>
                  <a:pt x="474881" y="258514"/>
                </a:cubicBezTo>
                <a:cubicBezTo>
                  <a:pt x="463361" y="256729"/>
                  <a:pt x="450949" y="256729"/>
                  <a:pt x="439430" y="258514"/>
                </a:cubicBezTo>
                <a:cubicBezTo>
                  <a:pt x="433001" y="259497"/>
                  <a:pt x="428625" y="265301"/>
                  <a:pt x="428625" y="271820"/>
                </a:cubicBezTo>
                <a:cubicBezTo>
                  <a:pt x="428625" y="294322"/>
                  <a:pt x="404693" y="308164"/>
                  <a:pt x="385227" y="296912"/>
                </a:cubicBezTo>
                <a:cubicBezTo>
                  <a:pt x="379601" y="293697"/>
                  <a:pt x="372368" y="294590"/>
                  <a:pt x="368260" y="299591"/>
                </a:cubicBezTo>
                <a:cubicBezTo>
                  <a:pt x="360759" y="308789"/>
                  <a:pt x="354776" y="319236"/>
                  <a:pt x="350490" y="330309"/>
                </a:cubicBezTo>
                <a:cubicBezTo>
                  <a:pt x="348169" y="336381"/>
                  <a:pt x="350937" y="343079"/>
                  <a:pt x="356562" y="346293"/>
                </a:cubicBezTo>
                <a:cubicBezTo>
                  <a:pt x="376118" y="357545"/>
                  <a:pt x="376118" y="385137"/>
                  <a:pt x="356562" y="396478"/>
                </a:cubicBezTo>
                <a:cubicBezTo>
                  <a:pt x="350937" y="399693"/>
                  <a:pt x="348079" y="406390"/>
                  <a:pt x="350490" y="412462"/>
                </a:cubicBezTo>
                <a:cubicBezTo>
                  <a:pt x="354776" y="423535"/>
                  <a:pt x="360759" y="433983"/>
                  <a:pt x="368260" y="443180"/>
                </a:cubicBezTo>
                <a:cubicBezTo>
                  <a:pt x="372368" y="448270"/>
                  <a:pt x="379601" y="449163"/>
                  <a:pt x="385227" y="445859"/>
                </a:cubicBezTo>
                <a:cubicBezTo>
                  <a:pt x="404693" y="434608"/>
                  <a:pt x="428625" y="448449"/>
                  <a:pt x="428625" y="470952"/>
                </a:cubicBezTo>
                <a:cubicBezTo>
                  <a:pt x="428625" y="477470"/>
                  <a:pt x="433001" y="483275"/>
                  <a:pt x="439430" y="484257"/>
                </a:cubicBezTo>
                <a:cubicBezTo>
                  <a:pt x="450949" y="486043"/>
                  <a:pt x="463361" y="486043"/>
                  <a:pt x="474881" y="484257"/>
                </a:cubicBezTo>
                <a:cubicBezTo>
                  <a:pt x="481310" y="483275"/>
                  <a:pt x="485686" y="477470"/>
                  <a:pt x="485686" y="470952"/>
                </a:cubicBezTo>
                <a:cubicBezTo>
                  <a:pt x="485686" y="448449"/>
                  <a:pt x="509617" y="434608"/>
                  <a:pt x="529084" y="445859"/>
                </a:cubicBezTo>
                <a:cubicBezTo>
                  <a:pt x="534710" y="449074"/>
                  <a:pt x="541943" y="448181"/>
                  <a:pt x="546050" y="443180"/>
                </a:cubicBezTo>
                <a:cubicBezTo>
                  <a:pt x="553551" y="433983"/>
                  <a:pt x="559534" y="423535"/>
                  <a:pt x="563820" y="412462"/>
                </a:cubicBezTo>
                <a:cubicBezTo>
                  <a:pt x="566142" y="406390"/>
                  <a:pt x="563374" y="399693"/>
                  <a:pt x="557748" y="396478"/>
                </a:cubicBezTo>
                <a:cubicBezTo>
                  <a:pt x="538192" y="385227"/>
                  <a:pt x="538192" y="357634"/>
                  <a:pt x="557748" y="346293"/>
                </a:cubicBezTo>
                <a:close/>
                <a:moveTo>
                  <a:pt x="421481" y="371475"/>
                </a:moveTo>
                <a:cubicBezTo>
                  <a:pt x="421481" y="351761"/>
                  <a:pt x="437486" y="335756"/>
                  <a:pt x="457200" y="335756"/>
                </a:cubicBezTo>
                <a:cubicBezTo>
                  <a:pt x="476914" y="335756"/>
                  <a:pt x="492919" y="351761"/>
                  <a:pt x="492919" y="371475"/>
                </a:cubicBezTo>
                <a:cubicBezTo>
                  <a:pt x="492919" y="391189"/>
                  <a:pt x="476914" y="407194"/>
                  <a:pt x="457200" y="407194"/>
                </a:cubicBezTo>
                <a:cubicBezTo>
                  <a:pt x="437486" y="407194"/>
                  <a:pt x="421481" y="391189"/>
                  <a:pt x="421481" y="371475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15" name="Text 12"/>
          <p:cNvSpPr/>
          <p:nvPr/>
        </p:nvSpPr>
        <p:spPr>
          <a:xfrm>
            <a:off x="0" y="4359909"/>
            <a:ext cx="3348554" cy="379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 Code Review و 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ادغام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37674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pPr algn="ctr"/>
            <a:endParaRPr lang="en-US" sz="4400" dirty="0">
              <a:cs typeface="B Nazanin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018790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3012440" y="3550265"/>
            <a:ext cx="8497570" cy="923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B Zar" panose="020B0604020202020204" charset="-78"/>
              </a:rPr>
              <a:t>گردش کار پیشرفته</a:t>
            </a:r>
            <a:endParaRPr lang="en-US" sz="54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03</a:t>
            </a:r>
            <a:endParaRPr lang="en-US" sz="60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E0754-B657-C5DB-8CB7-B0E692A9F544}"/>
              </a:ext>
            </a:extLst>
          </p:cNvPr>
          <p:cNvSpPr txBox="1"/>
          <p:nvPr/>
        </p:nvSpPr>
        <p:spPr>
          <a:xfrm>
            <a:off x="1258372" y="3156566"/>
            <a:ext cx="18787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a-IR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3</a:t>
            </a:r>
            <a:endParaRPr lang="en-US" sz="44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6014" y="-120650"/>
            <a:ext cx="15048014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859280" y="1095989"/>
            <a:ext cx="13537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00000"/>
              </a:lnSpc>
            </a:pPr>
            <a:r>
              <a:rPr lang="en-US" sz="48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بررسی تغییرات و </a:t>
            </a:r>
            <a:r>
              <a:rPr lang="en-US" sz="4800" b="1" dirty="0" err="1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بازگشت</a:t>
            </a:r>
            <a:r>
              <a:rPr lang="en-US" sz="48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 به عقب</a:t>
            </a:r>
            <a:endParaRPr lang="en-US" sz="48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06455" y="2223258"/>
            <a:ext cx="835138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گیت امکان مشاهده تاریخچه و بازگشت به نسخه‌های قبلی را به‌راحتی فراهم می‌کند.</a:t>
            </a:r>
            <a:endParaRPr 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1048243" y="3208779"/>
            <a:ext cx="349268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31750"/>
                </a:moveTo>
                <a:cubicBezTo>
                  <a:pt x="195461" y="31750"/>
                  <a:pt x="238125" y="74414"/>
                  <a:pt x="238125" y="127000"/>
                </a:cubicBezTo>
                <a:cubicBezTo>
                  <a:pt x="238125" y="179586"/>
                  <a:pt x="195461" y="222250"/>
                  <a:pt x="142875" y="222250"/>
                </a:cubicBezTo>
                <a:cubicBezTo>
                  <a:pt x="110530" y="222250"/>
                  <a:pt x="81905" y="206127"/>
                  <a:pt x="64691" y="181421"/>
                </a:cubicBezTo>
                <a:cubicBezTo>
                  <a:pt x="59680" y="174228"/>
                  <a:pt x="49758" y="172492"/>
                  <a:pt x="42565" y="177502"/>
                </a:cubicBezTo>
                <a:cubicBezTo>
                  <a:pt x="35371" y="182513"/>
                  <a:pt x="33635" y="192435"/>
                  <a:pt x="38646" y="199628"/>
                </a:cubicBezTo>
                <a:cubicBezTo>
                  <a:pt x="61565" y="232470"/>
                  <a:pt x="99715" y="254000"/>
                  <a:pt x="142875" y="254000"/>
                </a:cubicBezTo>
                <a:cubicBezTo>
                  <a:pt x="213023" y="254000"/>
                  <a:pt x="269875" y="197148"/>
                  <a:pt x="269875" y="127000"/>
                </a:cubicBezTo>
                <a:cubicBezTo>
                  <a:pt x="269875" y="56852"/>
                  <a:pt x="213023" y="0"/>
                  <a:pt x="142875" y="0"/>
                </a:cubicBezTo>
                <a:cubicBezTo>
                  <a:pt x="100360" y="0"/>
                  <a:pt x="62756" y="20886"/>
                  <a:pt x="39688" y="52933"/>
                </a:cubicBezTo>
                <a:lnTo>
                  <a:pt x="39688" y="39688"/>
                </a:lnTo>
                <a:cubicBezTo>
                  <a:pt x="39688" y="30907"/>
                  <a:pt x="32593" y="23812"/>
                  <a:pt x="23812" y="23812"/>
                </a:cubicBezTo>
                <a:cubicBezTo>
                  <a:pt x="15032" y="23812"/>
                  <a:pt x="7938" y="30907"/>
                  <a:pt x="7938" y="39688"/>
                </a:cubicBezTo>
                <a:lnTo>
                  <a:pt x="7938" y="95250"/>
                </a:lnTo>
                <a:cubicBezTo>
                  <a:pt x="7938" y="104031"/>
                  <a:pt x="15032" y="111125"/>
                  <a:pt x="23812" y="111125"/>
                </a:cubicBezTo>
                <a:lnTo>
                  <a:pt x="36016" y="111125"/>
                </a:lnTo>
                <a:cubicBezTo>
                  <a:pt x="36264" y="111125"/>
                  <a:pt x="36513" y="111125"/>
                  <a:pt x="36761" y="111125"/>
                </a:cubicBezTo>
                <a:lnTo>
                  <a:pt x="79425" y="111125"/>
                </a:lnTo>
                <a:cubicBezTo>
                  <a:pt x="88205" y="111125"/>
                  <a:pt x="95300" y="104031"/>
                  <a:pt x="95300" y="95250"/>
                </a:cubicBezTo>
                <a:cubicBezTo>
                  <a:pt x="95300" y="86469"/>
                  <a:pt x="88205" y="79375"/>
                  <a:pt x="79425" y="79375"/>
                </a:cubicBezTo>
                <a:lnTo>
                  <a:pt x="60424" y="79375"/>
                </a:lnTo>
                <a:cubicBezTo>
                  <a:pt x="76845" y="50899"/>
                  <a:pt x="107652" y="31750"/>
                  <a:pt x="142875" y="31750"/>
                </a:cubicBezTo>
                <a:close/>
                <a:moveTo>
                  <a:pt x="154781" y="75406"/>
                </a:moveTo>
                <a:cubicBezTo>
                  <a:pt x="154781" y="68808"/>
                  <a:pt x="149473" y="63500"/>
                  <a:pt x="142875" y="63500"/>
                </a:cubicBezTo>
                <a:cubicBezTo>
                  <a:pt x="136277" y="63500"/>
                  <a:pt x="130969" y="68808"/>
                  <a:pt x="130969" y="75406"/>
                </a:cubicBezTo>
                <a:lnTo>
                  <a:pt x="130969" y="127000"/>
                </a:lnTo>
                <a:cubicBezTo>
                  <a:pt x="130969" y="130175"/>
                  <a:pt x="132209" y="133201"/>
                  <a:pt x="134441" y="135434"/>
                </a:cubicBezTo>
                <a:lnTo>
                  <a:pt x="170160" y="171152"/>
                </a:lnTo>
                <a:cubicBezTo>
                  <a:pt x="174823" y="175816"/>
                  <a:pt x="182364" y="175816"/>
                  <a:pt x="186978" y="171152"/>
                </a:cubicBezTo>
                <a:cubicBezTo>
                  <a:pt x="191591" y="166489"/>
                  <a:pt x="191641" y="158948"/>
                  <a:pt x="186978" y="154335"/>
                </a:cubicBezTo>
                <a:lnTo>
                  <a:pt x="154732" y="122089"/>
                </a:lnTo>
                <a:lnTo>
                  <a:pt x="154732" y="75406"/>
                </a:ln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6" name="Text 3"/>
          <p:cNvSpPr/>
          <p:nvPr/>
        </p:nvSpPr>
        <p:spPr>
          <a:xfrm>
            <a:off x="6605547" y="3100289"/>
            <a:ext cx="4388224" cy="466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4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:</a:t>
            </a:r>
            <a:r>
              <a:rPr lang="en-US" sz="24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git</a:t>
            </a:r>
            <a:r>
              <a:rPr lang="en-US" sz="24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 log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 مشاهده تاریخچه کامیت‌ها.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071174" y="3767579"/>
            <a:ext cx="310461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31750"/>
                </a:moveTo>
                <a:cubicBezTo>
                  <a:pt x="98822" y="31750"/>
                  <a:pt x="73471" y="44004"/>
                  <a:pt x="56009" y="63500"/>
                </a:cubicBezTo>
                <a:lnTo>
                  <a:pt x="79375" y="63500"/>
                </a:lnTo>
                <a:cubicBezTo>
                  <a:pt x="88156" y="63500"/>
                  <a:pt x="95250" y="70594"/>
                  <a:pt x="95250" y="79375"/>
                </a:cubicBezTo>
                <a:cubicBezTo>
                  <a:pt x="95250" y="88156"/>
                  <a:pt x="88156" y="95250"/>
                  <a:pt x="79375" y="95250"/>
                </a:cubicBezTo>
                <a:lnTo>
                  <a:pt x="15875" y="95250"/>
                </a:lnTo>
                <a:cubicBezTo>
                  <a:pt x="7094" y="95250"/>
                  <a:pt x="0" y="88156"/>
                  <a:pt x="0" y="79375"/>
                </a:cubicBezTo>
                <a:lnTo>
                  <a:pt x="0" y="15875"/>
                </a:lnTo>
                <a:cubicBezTo>
                  <a:pt x="0" y="7094"/>
                  <a:pt x="7094" y="0"/>
                  <a:pt x="15875" y="0"/>
                </a:cubicBezTo>
                <a:cubicBezTo>
                  <a:pt x="24656" y="0"/>
                  <a:pt x="31750" y="7094"/>
                  <a:pt x="31750" y="15875"/>
                </a:cubicBezTo>
                <a:lnTo>
                  <a:pt x="31750" y="43011"/>
                </a:lnTo>
                <a:cubicBezTo>
                  <a:pt x="55017" y="16669"/>
                  <a:pt x="89049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ubicBezTo>
                  <a:pt x="254000" y="197148"/>
                  <a:pt x="197148" y="254000"/>
                  <a:pt x="127000" y="254000"/>
                </a:cubicBezTo>
                <a:cubicBezTo>
                  <a:pt x="83840" y="254000"/>
                  <a:pt x="45690" y="232470"/>
                  <a:pt x="22771" y="199579"/>
                </a:cubicBezTo>
                <a:cubicBezTo>
                  <a:pt x="17760" y="192385"/>
                  <a:pt x="19496" y="182513"/>
                  <a:pt x="26690" y="177453"/>
                </a:cubicBezTo>
                <a:cubicBezTo>
                  <a:pt x="33883" y="172393"/>
                  <a:pt x="43755" y="174179"/>
                  <a:pt x="48816" y="181372"/>
                </a:cubicBezTo>
                <a:cubicBezTo>
                  <a:pt x="66080" y="206077"/>
                  <a:pt x="94655" y="222200"/>
                  <a:pt x="127000" y="222200"/>
                </a:cubicBezTo>
                <a:cubicBezTo>
                  <a:pt x="179586" y="222200"/>
                  <a:pt x="222250" y="179536"/>
                  <a:pt x="222250" y="126950"/>
                </a:cubicBezTo>
                <a:cubicBezTo>
                  <a:pt x="222250" y="74364"/>
                  <a:pt x="179586" y="31750"/>
                  <a:pt x="127000" y="31750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8" name="Text 5"/>
          <p:cNvSpPr/>
          <p:nvPr/>
        </p:nvSpPr>
        <p:spPr>
          <a:xfrm>
            <a:off x="5179567" y="3676230"/>
            <a:ext cx="5868676" cy="37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4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:</a:t>
            </a:r>
            <a:r>
              <a:rPr lang="en-US" sz="24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git</a:t>
            </a:r>
            <a:r>
              <a:rPr lang="en-US" sz="24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 checkout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Arial" panose="020B0604020202020204" pitchFamily="34" charset="0"/>
              </a:rPr>
              <a:t> بازگشت موقت به یک نسخه.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36268" y="4356858"/>
            <a:ext cx="531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05" y="-98985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549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48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ادغام تغییرات و حل تعارض (Merge Conflict)</a:t>
            </a:r>
            <a:endParaRPr lang="en-US" sz="48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26175" y="2311400"/>
            <a:ext cx="5588836" cy="2656836"/>
          </a:xfrm>
          <a:custGeom>
            <a:avLst/>
            <a:gdLst/>
            <a:ahLst/>
            <a:cxnLst/>
            <a:rect l="l" t="t" r="r" b="b"/>
            <a:pathLst>
              <a:path w="4673600" h="2387600">
                <a:moveTo>
                  <a:pt x="101592" y="0"/>
                </a:moveTo>
                <a:lnTo>
                  <a:pt x="4572008" y="0"/>
                </a:lnTo>
                <a:cubicBezTo>
                  <a:pt x="4628116" y="0"/>
                  <a:pt x="4673600" y="45484"/>
                  <a:pt x="4673600" y="101592"/>
                </a:cubicBezTo>
                <a:lnTo>
                  <a:pt x="4673600" y="2286008"/>
                </a:lnTo>
                <a:cubicBezTo>
                  <a:pt x="4673600" y="2342116"/>
                  <a:pt x="4628116" y="2387600"/>
                  <a:pt x="45720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302625" y="25146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119063" y="83344"/>
                </a:moveTo>
                <a:cubicBezTo>
                  <a:pt x="138776" y="83344"/>
                  <a:pt x="154781" y="99349"/>
                  <a:pt x="154781" y="119063"/>
                </a:cubicBezTo>
                <a:cubicBezTo>
                  <a:pt x="154781" y="138776"/>
                  <a:pt x="138776" y="154781"/>
                  <a:pt x="119063" y="154781"/>
                </a:cubicBezTo>
                <a:cubicBezTo>
                  <a:pt x="99349" y="154781"/>
                  <a:pt x="83344" y="138776"/>
                  <a:pt x="83344" y="119063"/>
                </a:cubicBezTo>
                <a:cubicBezTo>
                  <a:pt x="83344" y="99349"/>
                  <a:pt x="99349" y="83344"/>
                  <a:pt x="119063" y="83344"/>
                </a:cubicBezTo>
                <a:close/>
                <a:moveTo>
                  <a:pt x="167283" y="228005"/>
                </a:moveTo>
                <a:cubicBezTo>
                  <a:pt x="208955" y="209550"/>
                  <a:pt x="238125" y="167729"/>
                  <a:pt x="238125" y="119062"/>
                </a:cubicBezTo>
                <a:cubicBezTo>
                  <a:pt x="238125" y="53280"/>
                  <a:pt x="184845" y="0"/>
                  <a:pt x="119063" y="0"/>
                </a:cubicBezTo>
                <a:cubicBezTo>
                  <a:pt x="53280" y="0"/>
                  <a:pt x="0" y="53280"/>
                  <a:pt x="0" y="119063"/>
                </a:cubicBezTo>
                <a:cubicBezTo>
                  <a:pt x="0" y="167878"/>
                  <a:pt x="29319" y="209848"/>
                  <a:pt x="71438" y="228154"/>
                </a:cubicBezTo>
                <a:lnTo>
                  <a:pt x="71438" y="533698"/>
                </a:lnTo>
                <a:cubicBezTo>
                  <a:pt x="29319" y="552152"/>
                  <a:pt x="0" y="594122"/>
                  <a:pt x="0" y="642938"/>
                </a:cubicBezTo>
                <a:cubicBezTo>
                  <a:pt x="0" y="708720"/>
                  <a:pt x="53280" y="762000"/>
                  <a:pt x="119063" y="762000"/>
                </a:cubicBezTo>
                <a:cubicBezTo>
                  <a:pt x="184845" y="762000"/>
                  <a:pt x="238125" y="708720"/>
                  <a:pt x="238125" y="642938"/>
                </a:cubicBezTo>
                <a:cubicBezTo>
                  <a:pt x="238125" y="594122"/>
                  <a:pt x="208806" y="552152"/>
                  <a:pt x="166688" y="533846"/>
                </a:cubicBezTo>
                <a:lnTo>
                  <a:pt x="166688" y="404961"/>
                </a:lnTo>
                <a:cubicBezTo>
                  <a:pt x="206425" y="434876"/>
                  <a:pt x="255984" y="452586"/>
                  <a:pt x="309563" y="452586"/>
                </a:cubicBezTo>
                <a:lnTo>
                  <a:pt x="438596" y="452586"/>
                </a:lnTo>
                <a:cubicBezTo>
                  <a:pt x="456902" y="494705"/>
                  <a:pt x="498872" y="524024"/>
                  <a:pt x="547687" y="524024"/>
                </a:cubicBezTo>
                <a:cubicBezTo>
                  <a:pt x="613470" y="524024"/>
                  <a:pt x="666750" y="470743"/>
                  <a:pt x="666750" y="404961"/>
                </a:cubicBezTo>
                <a:cubicBezTo>
                  <a:pt x="666750" y="339179"/>
                  <a:pt x="613470" y="285899"/>
                  <a:pt x="547687" y="285899"/>
                </a:cubicBezTo>
                <a:cubicBezTo>
                  <a:pt x="498872" y="285899"/>
                  <a:pt x="456902" y="315218"/>
                  <a:pt x="438596" y="357336"/>
                </a:cubicBezTo>
                <a:lnTo>
                  <a:pt x="309563" y="357188"/>
                </a:lnTo>
                <a:cubicBezTo>
                  <a:pt x="235297" y="357188"/>
                  <a:pt x="174129" y="300484"/>
                  <a:pt x="167283" y="228005"/>
                </a:cubicBezTo>
                <a:close/>
                <a:moveTo>
                  <a:pt x="119063" y="607219"/>
                </a:moveTo>
                <a:cubicBezTo>
                  <a:pt x="138776" y="607219"/>
                  <a:pt x="154781" y="623224"/>
                  <a:pt x="154781" y="642938"/>
                </a:cubicBezTo>
                <a:cubicBezTo>
                  <a:pt x="154781" y="662651"/>
                  <a:pt x="138776" y="678656"/>
                  <a:pt x="119063" y="678656"/>
                </a:cubicBezTo>
                <a:cubicBezTo>
                  <a:pt x="99349" y="678656"/>
                  <a:pt x="83344" y="662651"/>
                  <a:pt x="83344" y="642938"/>
                </a:cubicBezTo>
                <a:cubicBezTo>
                  <a:pt x="83344" y="623224"/>
                  <a:pt x="99349" y="607219"/>
                  <a:pt x="119063" y="607219"/>
                </a:cubicBezTo>
                <a:close/>
                <a:moveTo>
                  <a:pt x="511969" y="404813"/>
                </a:moveTo>
                <a:cubicBezTo>
                  <a:pt x="511969" y="385099"/>
                  <a:pt x="527974" y="369094"/>
                  <a:pt x="547687" y="369094"/>
                </a:cubicBezTo>
                <a:cubicBezTo>
                  <a:pt x="567401" y="369094"/>
                  <a:pt x="583406" y="385099"/>
                  <a:pt x="583406" y="404813"/>
                </a:cubicBezTo>
                <a:cubicBezTo>
                  <a:pt x="583406" y="424526"/>
                  <a:pt x="567401" y="440531"/>
                  <a:pt x="547687" y="440531"/>
                </a:cubicBezTo>
                <a:cubicBezTo>
                  <a:pt x="527974" y="440531"/>
                  <a:pt x="511969" y="424526"/>
                  <a:pt x="511969" y="404813"/>
                </a:cubicBez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6" name="Text 3"/>
          <p:cNvSpPr/>
          <p:nvPr/>
        </p:nvSpPr>
        <p:spPr>
          <a:xfrm>
            <a:off x="6445250" y="3429000"/>
            <a:ext cx="438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ادغام موفق</a:t>
            </a:r>
            <a:endParaRPr lang="en-US" sz="40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84925" y="3965074"/>
            <a:ext cx="5530850" cy="980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وقتی تغییرات روی فایل‌های جدا باشند، git merge به‌طور خودکار کامیت ادغامی را ایجاد می‌کند.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65484" y="2311400"/>
            <a:ext cx="5514641" cy="2692400"/>
          </a:xfrm>
          <a:custGeom>
            <a:avLst/>
            <a:gdLst/>
            <a:ahLst/>
            <a:cxnLst/>
            <a:rect l="l" t="t" r="r" b="b"/>
            <a:pathLst>
              <a:path w="4673600" h="2387600">
                <a:moveTo>
                  <a:pt x="101592" y="0"/>
                </a:moveTo>
                <a:lnTo>
                  <a:pt x="4572008" y="0"/>
                </a:lnTo>
                <a:cubicBezTo>
                  <a:pt x="4628116" y="0"/>
                  <a:pt x="4673600" y="45484"/>
                  <a:pt x="4673600" y="101592"/>
                </a:cubicBezTo>
                <a:lnTo>
                  <a:pt x="4673600" y="2286008"/>
                </a:lnTo>
                <a:cubicBezTo>
                  <a:pt x="4673600" y="2342116"/>
                  <a:pt x="4628116" y="2387600"/>
                  <a:pt x="4572008" y="2387600"/>
                </a:cubicBezTo>
                <a:lnTo>
                  <a:pt x="101592" y="2387600"/>
                </a:lnTo>
                <a:cubicBezTo>
                  <a:pt x="45484" y="2387600"/>
                  <a:pt x="0" y="2342116"/>
                  <a:pt x="0" y="2286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3C5A85">
              <a:alpha val="16471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175000" y="2463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10" name="Text 7"/>
          <p:cNvSpPr/>
          <p:nvPr/>
        </p:nvSpPr>
        <p:spPr>
          <a:xfrm>
            <a:off x="1365250" y="3378200"/>
            <a:ext cx="4381500" cy="383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تعارض (Conflict)</a:t>
            </a:r>
            <a:endParaRPr lang="en-US" sz="40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51978" y="4128835"/>
            <a:ext cx="4782072" cy="69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وقتی دو شاخه فایل مشترکی را تغییر دهند، git متوقف شده و نیاز به </a:t>
            </a:r>
            <a:r>
              <a:rPr lang="en-US" sz="2400" b="1" dirty="0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تصمیم‌گیری دستی</a:t>
            </a: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دارد.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7096" y="5099393"/>
            <a:ext cx="11785600" cy="178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پس از حل تعارض، Stage و Commit جدید </a:t>
            </a:r>
            <a:r>
              <a:rPr lang="en-US" sz="36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تکمیل</a:t>
            </a:r>
            <a:r>
              <a:rPr lang="en-US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36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می‌شود</a:t>
            </a:r>
            <a:r>
              <a:rPr lang="fa-IR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.</a:t>
            </a:r>
            <a:endParaRPr lang="en-US" sz="3600" dirty="0">
              <a:solidFill>
                <a:srgbClr val="4A4A4A"/>
              </a:solidFill>
              <a:latin typeface="Arial" panose="020B0604020202020204" pitchFamily="34" charset="0"/>
              <a:ea typeface="Noto Sans SC" pitchFamily="34" charset="-122"/>
              <a:cs typeface="B Nazanin" panose="020B0604020202020204" charset="-78"/>
            </a:endParaRPr>
          </a:p>
          <a:p>
            <a:pPr algn="ctr" rtl="1">
              <a:lnSpc>
                <a:spcPct val="130000"/>
              </a:lnSpc>
            </a:pPr>
            <a:r>
              <a:rPr lang="en-US" sz="3600" dirty="0" err="1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ارتباط</a:t>
            </a:r>
            <a:r>
              <a:rPr lang="en-US" sz="3600" dirty="0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مداوم در تیم </a:t>
            </a:r>
            <a:r>
              <a:rPr lang="en-US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از بروز تعارض‌های بزرگ جلوگیری می‌کند.</a:t>
            </a:r>
            <a:endParaRPr lang="en-US" sz="36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380" y="-20320"/>
            <a:ext cx="12311380" cy="6878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0" y="16510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3200" b="1" dirty="0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:</a:t>
            </a:r>
            <a:r>
              <a:rPr lang="en-US" sz="3200" b="1" dirty="0" err="1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Rebaseتاریخچه</a:t>
            </a:r>
            <a:r>
              <a:rPr lang="en-US" sz="3200" b="1" dirty="0">
                <a:solidFill>
                  <a:srgbClr val="3C5A85"/>
                </a:solidFill>
                <a:latin typeface="Noto Sans SC" pitchFamily="34" charset="0"/>
                <a:ea typeface="Noto Sans SC" pitchFamily="34" charset="-122"/>
                <a:cs typeface="B Nazanin" panose="00000400000000000000" pitchFamily="2" charset="-78"/>
              </a:rPr>
              <a:t> تمیز و خطی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58317" y="2360634"/>
            <a:ext cx="6409847" cy="90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40000"/>
              </a:lnSpc>
            </a:pP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Rebase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پایه‌گذاری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مجدد</a:t>
            </a:r>
            <a:r>
              <a:rPr lang="fa-IR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شاخه ی فرعی را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روی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آخرین کامیت شاخه اصلی انجام می‌دهد تا </a:t>
            </a:r>
            <a:r>
              <a:rPr lang="en-US" sz="2400" b="1" dirty="0">
                <a:solidFill>
                  <a:srgbClr val="678BC7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تاریخچه خطی و خوانا</a:t>
            </a:r>
            <a:r>
              <a:rPr lang="en-US" sz="24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شود.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423770" y="3471100"/>
            <a:ext cx="6209430" cy="2942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 algn="r" rtl="1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6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باعث </a:t>
            </a:r>
            <a:r>
              <a:rPr lang="en-US" sz="2600" dirty="0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حذف کامیت‌های اضافی </a:t>
            </a:r>
            <a:r>
              <a:rPr lang="en-US" sz="26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و ادغام منطقی تغییرات می‌شود.</a:t>
            </a:r>
            <a:endParaRPr lang="en-US" sz="2600" dirty="0"/>
          </a:p>
          <a:p>
            <a:pPr marL="254000" indent="-254000" algn="r" rtl="1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6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چون تاریخچه بازنویسی می‌شود، برای </a:t>
            </a:r>
            <a:r>
              <a:rPr lang="en-US" sz="2600" b="1" dirty="0">
                <a:solidFill>
                  <a:srgbClr val="678BC7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شاخه‌های عمومی توصیه نمی‌شود</a:t>
            </a:r>
            <a:r>
              <a:rPr lang="en-US" sz="26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.</a:t>
            </a:r>
            <a:endParaRPr lang="en-US" sz="2600" dirty="0"/>
          </a:p>
          <a:p>
            <a:pPr marL="254000" indent="-254000" algn="r" rtl="1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6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استفاده از </a:t>
            </a:r>
            <a:r>
              <a:rPr lang="en-US" sz="2600" b="1" dirty="0">
                <a:solidFill>
                  <a:srgbClr val="678BC7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Interactive Rebase</a:t>
            </a:r>
            <a:r>
              <a:rPr lang="en-US" sz="2600" dirty="0">
                <a:solidFill>
                  <a:srgbClr val="4A4A4A"/>
                </a:solidFill>
                <a:latin typeface="Noto Sans SC" pitchFamily="34" charset="0"/>
                <a:ea typeface="Noto Sans SC" pitchFamily="34" charset="-122"/>
                <a:cs typeface="Arial" panose="020B0604020202020204" pitchFamily="34" charset="0"/>
              </a:rPr>
              <a:t> امکان ویرایش پیام‌ها و ترکیب کامیت‌ها را فراهم می‌کند.</a:t>
            </a:r>
            <a:endParaRPr lang="en-US" sz="2600" dirty="0"/>
          </a:p>
        </p:txBody>
      </p:sp>
      <p:pic>
        <p:nvPicPr>
          <p:cNvPr id="6" name="Image 1" descr="https://kimi-web-img.moonshot.cn/img/cache.yisu.com/e9835cfc454c04c74ccc5f10d3ae847a1a927696.jpg"/>
          <p:cNvPicPr>
            <a:picLocks noChangeAspect="1"/>
          </p:cNvPicPr>
          <p:nvPr/>
        </p:nvPicPr>
        <p:blipFill>
          <a:blip r:embed="rId4"/>
          <a:srcRect l="16586" r="16586"/>
          <a:stretch/>
        </p:blipFill>
        <p:spPr>
          <a:xfrm>
            <a:off x="735106" y="1308379"/>
            <a:ext cx="4155141" cy="374622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05" y="-9002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51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40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Tag و نسخه‌گذاری معنایی</a:t>
            </a:r>
            <a:endParaRPr lang="en-US" sz="40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244364" y="2266689"/>
            <a:ext cx="3695700" cy="4271896"/>
          </a:xfrm>
          <a:custGeom>
            <a:avLst/>
            <a:gdLst/>
            <a:ahLst/>
            <a:cxnLst/>
            <a:rect l="l" t="t" r="r" b="b"/>
            <a:pathLst>
              <a:path w="3695700" h="2184400">
                <a:moveTo>
                  <a:pt x="101596" y="0"/>
                </a:moveTo>
                <a:lnTo>
                  <a:pt x="3594104" y="0"/>
                </a:lnTo>
                <a:cubicBezTo>
                  <a:pt x="3650214" y="0"/>
                  <a:pt x="3695700" y="45486"/>
                  <a:pt x="3695700" y="101596"/>
                </a:cubicBezTo>
                <a:lnTo>
                  <a:pt x="3695700" y="2082804"/>
                </a:lnTo>
                <a:cubicBezTo>
                  <a:pt x="3695700" y="2138914"/>
                  <a:pt x="3650214" y="2184400"/>
                  <a:pt x="35941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9787414" y="247310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8695" y="114300"/>
                </a:moveTo>
                <a:lnTo>
                  <a:pt x="38695" y="292298"/>
                </a:lnTo>
                <a:cubicBezTo>
                  <a:pt x="38695" y="312539"/>
                  <a:pt x="46673" y="331946"/>
                  <a:pt x="60960" y="346234"/>
                </a:cubicBezTo>
                <a:lnTo>
                  <a:pt x="289560" y="574834"/>
                </a:lnTo>
                <a:cubicBezTo>
                  <a:pt x="319326" y="604599"/>
                  <a:pt x="367546" y="604599"/>
                  <a:pt x="397312" y="574834"/>
                </a:cubicBezTo>
                <a:lnTo>
                  <a:pt x="575310" y="396835"/>
                </a:lnTo>
                <a:cubicBezTo>
                  <a:pt x="605076" y="367070"/>
                  <a:pt x="605076" y="318849"/>
                  <a:pt x="575310" y="289084"/>
                </a:cubicBezTo>
                <a:lnTo>
                  <a:pt x="346710" y="60484"/>
                </a:lnTo>
                <a:cubicBezTo>
                  <a:pt x="332423" y="46077"/>
                  <a:pt x="313134" y="38100"/>
                  <a:pt x="292894" y="38100"/>
                </a:cubicBezTo>
                <a:lnTo>
                  <a:pt x="114895" y="38100"/>
                </a:lnTo>
                <a:cubicBezTo>
                  <a:pt x="72866" y="38100"/>
                  <a:pt x="38695" y="72271"/>
                  <a:pt x="38695" y="114300"/>
                </a:cubicBezTo>
                <a:close/>
                <a:moveTo>
                  <a:pt x="172045" y="133350"/>
                </a:moveTo>
                <a:cubicBezTo>
                  <a:pt x="193073" y="133350"/>
                  <a:pt x="210145" y="150422"/>
                  <a:pt x="210145" y="171450"/>
                </a:cubicBezTo>
                <a:cubicBezTo>
                  <a:pt x="210145" y="192478"/>
                  <a:pt x="193073" y="209550"/>
                  <a:pt x="172045" y="209550"/>
                </a:cubicBezTo>
                <a:cubicBezTo>
                  <a:pt x="151017" y="209550"/>
                  <a:pt x="133945" y="192478"/>
                  <a:pt x="133945" y="171450"/>
                </a:cubicBezTo>
                <a:cubicBezTo>
                  <a:pt x="133945" y="150422"/>
                  <a:pt x="151017" y="133350"/>
                  <a:pt x="172045" y="133350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6" name="Text 3"/>
          <p:cNvSpPr/>
          <p:nvPr/>
        </p:nvSpPr>
        <p:spPr>
          <a:xfrm>
            <a:off x="8392637" y="3278469"/>
            <a:ext cx="340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3200" b="1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ایجاد</a:t>
            </a:r>
            <a:r>
              <a:rPr lang="en-US" sz="32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 1.Tag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05337" y="3886199"/>
            <a:ext cx="3378200" cy="1687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برای علامت‌گذاری نقاط عطف مانند انتشار رسمی 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از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</a:p>
          <a:p>
            <a:pPr algn="ctr" rtl="1">
              <a:lnSpc>
                <a:spcPct val="120000"/>
              </a:lnSpc>
            </a:pPr>
            <a:r>
              <a:rPr lang="en-US" sz="2800" b="1" dirty="0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git tag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استفاده می‌شود.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30370" y="2314015"/>
            <a:ext cx="3792935" cy="4224570"/>
          </a:xfrm>
          <a:custGeom>
            <a:avLst/>
            <a:gdLst/>
            <a:ahLst/>
            <a:cxnLst/>
            <a:rect l="l" t="t" r="r" b="b"/>
            <a:pathLst>
              <a:path w="3695700" h="2184400">
                <a:moveTo>
                  <a:pt x="101596" y="0"/>
                </a:moveTo>
                <a:lnTo>
                  <a:pt x="3594104" y="0"/>
                </a:lnTo>
                <a:cubicBezTo>
                  <a:pt x="3650214" y="0"/>
                  <a:pt x="3695700" y="45486"/>
                  <a:pt x="3695700" y="101596"/>
                </a:cubicBezTo>
                <a:lnTo>
                  <a:pt x="3695700" y="2082804"/>
                </a:lnTo>
                <a:cubicBezTo>
                  <a:pt x="3695700" y="2138914"/>
                  <a:pt x="3650214" y="2184400"/>
                  <a:pt x="35941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678BC7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15000" y="2566708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76319" y="76200"/>
                </a:moveTo>
                <a:cubicBezTo>
                  <a:pt x="76319" y="34171"/>
                  <a:pt x="110490" y="0"/>
                  <a:pt x="152519" y="0"/>
                </a:cubicBezTo>
                <a:lnTo>
                  <a:pt x="330518" y="0"/>
                </a:lnTo>
                <a:cubicBezTo>
                  <a:pt x="350758" y="0"/>
                  <a:pt x="370165" y="7977"/>
                  <a:pt x="384453" y="22265"/>
                </a:cubicBezTo>
                <a:lnTo>
                  <a:pt x="511135" y="149185"/>
                </a:lnTo>
                <a:cubicBezTo>
                  <a:pt x="525423" y="163473"/>
                  <a:pt x="533400" y="182880"/>
                  <a:pt x="533400" y="203121"/>
                </a:cubicBezTo>
                <a:lnTo>
                  <a:pt x="533400" y="319207"/>
                </a:lnTo>
                <a:lnTo>
                  <a:pt x="376238" y="476369"/>
                </a:lnTo>
                <a:lnTo>
                  <a:pt x="326112" y="476369"/>
                </a:lnTo>
                <a:lnTo>
                  <a:pt x="306943" y="412552"/>
                </a:lnTo>
                <a:cubicBezTo>
                  <a:pt x="301347" y="393859"/>
                  <a:pt x="284202" y="381119"/>
                  <a:pt x="264676" y="381119"/>
                </a:cubicBezTo>
                <a:cubicBezTo>
                  <a:pt x="251222" y="381119"/>
                  <a:pt x="238601" y="387191"/>
                  <a:pt x="230267" y="397669"/>
                </a:cubicBezTo>
                <a:lnTo>
                  <a:pt x="158710" y="486966"/>
                </a:lnTo>
                <a:cubicBezTo>
                  <a:pt x="148828" y="499229"/>
                  <a:pt x="150852" y="517327"/>
                  <a:pt x="163116" y="527090"/>
                </a:cubicBezTo>
                <a:cubicBezTo>
                  <a:pt x="175379" y="536853"/>
                  <a:pt x="193477" y="534948"/>
                  <a:pt x="203240" y="522565"/>
                </a:cubicBezTo>
                <a:lnTo>
                  <a:pt x="259318" y="452557"/>
                </a:lnTo>
                <a:lnTo>
                  <a:pt x="277416" y="512921"/>
                </a:lnTo>
                <a:cubicBezTo>
                  <a:pt x="280987" y="525066"/>
                  <a:pt x="292179" y="533281"/>
                  <a:pt x="304800" y="533281"/>
                </a:cubicBezTo>
                <a:lnTo>
                  <a:pt x="342305" y="533281"/>
                </a:lnTo>
                <a:cubicBezTo>
                  <a:pt x="341233" y="536972"/>
                  <a:pt x="340281" y="540782"/>
                  <a:pt x="339566" y="544592"/>
                </a:cubicBezTo>
                <a:lnTo>
                  <a:pt x="326588" y="609481"/>
                </a:lnTo>
                <a:lnTo>
                  <a:pt x="152519" y="609481"/>
                </a:lnTo>
                <a:cubicBezTo>
                  <a:pt x="110490" y="609481"/>
                  <a:pt x="76319" y="575310"/>
                  <a:pt x="76319" y="533281"/>
                </a:cubicBezTo>
                <a:lnTo>
                  <a:pt x="76319" y="76081"/>
                </a:lnTo>
                <a:close/>
                <a:moveTo>
                  <a:pt x="323969" y="69652"/>
                </a:moveTo>
                <a:lnTo>
                  <a:pt x="323969" y="180975"/>
                </a:lnTo>
                <a:cubicBezTo>
                  <a:pt x="323969" y="196810"/>
                  <a:pt x="336709" y="209550"/>
                  <a:pt x="352544" y="209550"/>
                </a:cubicBezTo>
                <a:lnTo>
                  <a:pt x="463868" y="209550"/>
                </a:lnTo>
                <a:lnTo>
                  <a:pt x="323969" y="69652"/>
                </a:lnTo>
                <a:close/>
                <a:moveTo>
                  <a:pt x="395645" y="555903"/>
                </a:moveTo>
                <a:cubicBezTo>
                  <a:pt x="398621" y="541139"/>
                  <a:pt x="405884" y="527566"/>
                  <a:pt x="416481" y="516969"/>
                </a:cubicBezTo>
                <a:lnTo>
                  <a:pt x="558046" y="375404"/>
                </a:lnTo>
                <a:lnTo>
                  <a:pt x="653296" y="470654"/>
                </a:lnTo>
                <a:lnTo>
                  <a:pt x="511731" y="612219"/>
                </a:lnTo>
                <a:cubicBezTo>
                  <a:pt x="501134" y="622816"/>
                  <a:pt x="487561" y="630079"/>
                  <a:pt x="472797" y="633055"/>
                </a:cubicBezTo>
                <a:lnTo>
                  <a:pt x="401836" y="647224"/>
                </a:lnTo>
                <a:cubicBezTo>
                  <a:pt x="400764" y="647462"/>
                  <a:pt x="399574" y="647581"/>
                  <a:pt x="398383" y="647581"/>
                </a:cubicBezTo>
                <a:cubicBezTo>
                  <a:pt x="388858" y="647581"/>
                  <a:pt x="381000" y="639842"/>
                  <a:pt x="381000" y="630198"/>
                </a:cubicBezTo>
                <a:cubicBezTo>
                  <a:pt x="381000" y="629007"/>
                  <a:pt x="381119" y="627936"/>
                  <a:pt x="381357" y="626745"/>
                </a:cubicBezTo>
                <a:lnTo>
                  <a:pt x="395526" y="555784"/>
                </a:lnTo>
                <a:close/>
                <a:moveTo>
                  <a:pt x="714494" y="409456"/>
                </a:moveTo>
                <a:lnTo>
                  <a:pt x="680204" y="443746"/>
                </a:lnTo>
                <a:lnTo>
                  <a:pt x="584954" y="348496"/>
                </a:lnTo>
                <a:lnTo>
                  <a:pt x="619244" y="314206"/>
                </a:lnTo>
                <a:cubicBezTo>
                  <a:pt x="645557" y="287893"/>
                  <a:pt x="688181" y="287893"/>
                  <a:pt x="714494" y="314206"/>
                </a:cubicBezTo>
                <a:cubicBezTo>
                  <a:pt x="740807" y="340519"/>
                  <a:pt x="740807" y="383143"/>
                  <a:pt x="714494" y="409456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0" name="Text 7"/>
          <p:cNvSpPr/>
          <p:nvPr/>
        </p:nvSpPr>
        <p:spPr>
          <a:xfrm>
            <a:off x="4396423" y="3334180"/>
            <a:ext cx="356743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2. Annotated Tags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409123" y="4023991"/>
            <a:ext cx="3378200" cy="948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شامل نام، تاریخ و پیام بوده و قابل امضا هستند.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4159" y="2285830"/>
            <a:ext cx="3695700" cy="4252755"/>
          </a:xfrm>
          <a:custGeom>
            <a:avLst/>
            <a:gdLst/>
            <a:ahLst/>
            <a:cxnLst/>
            <a:rect l="l" t="t" r="r" b="b"/>
            <a:pathLst>
              <a:path w="3695700" h="2184400">
                <a:moveTo>
                  <a:pt x="101596" y="0"/>
                </a:moveTo>
                <a:lnTo>
                  <a:pt x="3594104" y="0"/>
                </a:lnTo>
                <a:cubicBezTo>
                  <a:pt x="3650214" y="0"/>
                  <a:pt x="3695700" y="45486"/>
                  <a:pt x="3695700" y="101596"/>
                </a:cubicBezTo>
                <a:lnTo>
                  <a:pt x="3695700" y="2082804"/>
                </a:lnTo>
                <a:cubicBezTo>
                  <a:pt x="3695700" y="2138914"/>
                  <a:pt x="3650214" y="2184400"/>
                  <a:pt x="35941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805148" y="255261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381000"/>
                </a:moveTo>
                <a:lnTo>
                  <a:pt x="29170" y="381000"/>
                </a:lnTo>
                <a:cubicBezTo>
                  <a:pt x="-476" y="381000"/>
                  <a:pt x="-18693" y="348734"/>
                  <a:pt x="-3453" y="323255"/>
                </a:cubicBezTo>
                <a:lnTo>
                  <a:pt x="59531" y="218242"/>
                </a:lnTo>
                <a:cubicBezTo>
                  <a:pt x="69890" y="200978"/>
                  <a:pt x="88463" y="190500"/>
                  <a:pt x="108585" y="190500"/>
                </a:cubicBezTo>
                <a:lnTo>
                  <a:pt x="221694" y="190500"/>
                </a:lnTo>
                <a:cubicBezTo>
                  <a:pt x="312301" y="37028"/>
                  <a:pt x="447437" y="29289"/>
                  <a:pt x="537805" y="42505"/>
                </a:cubicBezTo>
                <a:cubicBezTo>
                  <a:pt x="553045" y="44768"/>
                  <a:pt x="564952" y="56674"/>
                  <a:pt x="567095" y="71795"/>
                </a:cubicBezTo>
                <a:cubicBezTo>
                  <a:pt x="580311" y="162163"/>
                  <a:pt x="572572" y="297299"/>
                  <a:pt x="419100" y="387906"/>
                </a:cubicBezTo>
                <a:lnTo>
                  <a:pt x="419100" y="501015"/>
                </a:lnTo>
                <a:cubicBezTo>
                  <a:pt x="419100" y="521137"/>
                  <a:pt x="408623" y="539710"/>
                  <a:pt x="391358" y="550069"/>
                </a:cubicBezTo>
                <a:lnTo>
                  <a:pt x="286345" y="613053"/>
                </a:lnTo>
                <a:cubicBezTo>
                  <a:pt x="260985" y="628293"/>
                  <a:pt x="228600" y="609957"/>
                  <a:pt x="228600" y="580430"/>
                </a:cubicBezTo>
                <a:lnTo>
                  <a:pt x="228600" y="457200"/>
                </a:lnTo>
                <a:cubicBezTo>
                  <a:pt x="228600" y="415171"/>
                  <a:pt x="194429" y="381000"/>
                  <a:pt x="152400" y="381000"/>
                </a:cubicBezTo>
                <a:lnTo>
                  <a:pt x="152281" y="381000"/>
                </a:lnTo>
                <a:close/>
                <a:moveTo>
                  <a:pt x="476250" y="190500"/>
                </a:moveTo>
                <a:cubicBezTo>
                  <a:pt x="476250" y="158958"/>
                  <a:pt x="450642" y="133350"/>
                  <a:pt x="419100" y="133350"/>
                </a:cubicBezTo>
                <a:cubicBezTo>
                  <a:pt x="387558" y="133350"/>
                  <a:pt x="361950" y="158958"/>
                  <a:pt x="361950" y="190500"/>
                </a:cubicBezTo>
                <a:cubicBezTo>
                  <a:pt x="361950" y="222042"/>
                  <a:pt x="387558" y="247650"/>
                  <a:pt x="419100" y="247650"/>
                </a:cubicBezTo>
                <a:cubicBezTo>
                  <a:pt x="450642" y="247650"/>
                  <a:pt x="476250" y="222042"/>
                  <a:pt x="476250" y="190500"/>
                </a:cubicBez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4" name="Text 11"/>
          <p:cNvSpPr/>
          <p:nvPr/>
        </p:nvSpPr>
        <p:spPr>
          <a:xfrm>
            <a:off x="400209" y="3287863"/>
            <a:ext cx="3403600" cy="42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3. Release</a:t>
            </a:r>
            <a:endParaRPr lang="en-US" sz="32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12909" y="3886199"/>
            <a:ext cx="3378200" cy="2176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با Push تگ، 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گیت‌هاب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</a:t>
            </a:r>
            <a:r>
              <a:rPr lang="en-US" sz="2800" b="1" dirty="0" err="1">
                <a:solidFill>
                  <a:srgbClr val="678BC7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Release</a:t>
            </a:r>
            <a:r>
              <a:rPr lang="en-US" sz="2800" dirty="0" err="1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ایجاد</a:t>
            </a:r>
            <a:r>
              <a:rPr lang="en-US" sz="28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 کرده و فایل‌های باینری ضمیمه می‌کند.</a:t>
            </a:r>
            <a:endParaRPr lang="en-US" sz="28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 flip="none" rotWithShape="0">
          <a:gsLst>
            <a:gs pos="0">
              <a:srgbClr val="94B9FF">
                <a:alpha val="0"/>
              </a:srgbClr>
            </a:gs>
            <a:gs pos="9000">
              <a:srgbClr val="94B9FF">
                <a:alpha val="0"/>
              </a:srgbClr>
            </a:gs>
            <a:gs pos="40000">
              <a:srgbClr val="94B9FF">
                <a:alpha val="11000"/>
              </a:srgbClr>
            </a:gs>
            <a:gs pos="63000">
              <a:srgbClr val="94B9FF">
                <a:alpha val="9000"/>
              </a:srgbClr>
            </a:gs>
            <a:gs pos="84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6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3559810" y="0"/>
            <a:ext cx="677164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2388552"/>
            <a:ext cx="1600200" cy="1651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4315" y="2848610"/>
            <a:ext cx="1320165" cy="13347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1"/>
          <p:cNvSpPr/>
          <p:nvPr/>
        </p:nvSpPr>
        <p:spPr>
          <a:xfrm>
            <a:off x="1504315" y="284861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1509395" y="2843530"/>
            <a:ext cx="1320165" cy="133477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509395" y="2843530"/>
            <a:ext cx="1320165" cy="1334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504315" y="3115786"/>
            <a:ext cx="1320165" cy="9931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fa-IR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B Nazanin" panose="00000400000000000000" pitchFamily="2" charset="-78"/>
              </a:rPr>
              <a:t>4</a:t>
            </a:r>
            <a:endParaRPr lang="en-US" sz="4400" dirty="0">
              <a:cs typeface="B Nazanin" panose="00000400000000000000" pitchFamily="2" charset="-78"/>
            </a:endParaRPr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142615" y="3230880"/>
            <a:ext cx="8497570" cy="769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4874CB"/>
                </a:solidFill>
                <a:latin typeface="Arial" panose="020B0604020202020204" pitchFamily="34" charset="0"/>
                <a:ea typeface="MiSans" pitchFamily="34" charset="-122"/>
                <a:cs typeface="Arial" panose="020B0604020202020204" pitchFamily="34" charset="0"/>
              </a:rPr>
              <a:t>عملی و جمع‌بندی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142615" y="2295525"/>
            <a:ext cx="8497570" cy="906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 04</a:t>
            </a:r>
            <a:endParaRPr lang="en-US" sz="6000" dirty="0"/>
          </a:p>
        </p:txBody>
      </p:sp>
      <p:pic>
        <p:nvPicPr>
          <p:cNvPr id="11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60000">
            <a:off x="9391650" y="613410"/>
            <a:ext cx="4236720" cy="1689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 rot="7680000">
            <a:off x="9137650" y="5888355"/>
            <a:ext cx="430530" cy="430530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13" name="Text 8"/>
          <p:cNvSpPr/>
          <p:nvPr/>
        </p:nvSpPr>
        <p:spPr>
          <a:xfrm rot="7680000">
            <a:off x="9137650" y="5888355"/>
            <a:ext cx="430530" cy="4305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 rot="4020000">
            <a:off x="9440545" y="886460"/>
            <a:ext cx="219075" cy="21907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</p:sp>
      <p:sp>
        <p:nvSpPr>
          <p:cNvPr id="15" name="Text 10"/>
          <p:cNvSpPr/>
          <p:nvPr/>
        </p:nvSpPr>
        <p:spPr>
          <a:xfrm rot="4020000">
            <a:off x="9440545" y="886460"/>
            <a:ext cx="219075" cy="219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05" y="-9779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250442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en-US" sz="54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راه‌اندازی Flow کاری واقعی (</a:t>
            </a:r>
            <a:r>
              <a:rPr lang="en-US" sz="54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End-to-End</a:t>
            </a:r>
            <a:r>
              <a:rPr lang="en-US" sz="54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)</a:t>
            </a:r>
            <a:endParaRPr lang="en-US" sz="5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4" name="Text 1"/>
          <p:cNvSpPr/>
          <p:nvPr/>
        </p:nvSpPr>
        <p:spPr>
          <a:xfrm>
            <a:off x="203200" y="3012442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40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این چرخه دانش نظری را به مهارت عملی تبدیل </a:t>
            </a:r>
            <a:r>
              <a:rPr lang="en-US" sz="40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می‌کند</a:t>
            </a:r>
            <a:r>
              <a:rPr lang="en-US" sz="40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.</a:t>
            </a:r>
            <a:endParaRPr lang="en-US" sz="40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587990" y="3794758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6" name="Text 3"/>
          <p:cNvSpPr/>
          <p:nvPr/>
        </p:nvSpPr>
        <p:spPr>
          <a:xfrm>
            <a:off x="10030418" y="4441492"/>
            <a:ext cx="1458043" cy="375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ایده و Issue</a:t>
            </a:r>
            <a:endParaRPr 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441180" y="40335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138946"/>
                </a:moveTo>
                <a:cubicBezTo>
                  <a:pt x="-1845" y="146387"/>
                  <a:pt x="-1845" y="158472"/>
                  <a:pt x="5596" y="165914"/>
                </a:cubicBezTo>
                <a:lnTo>
                  <a:pt x="100846" y="261164"/>
                </a:lnTo>
                <a:cubicBezTo>
                  <a:pt x="108287" y="268605"/>
                  <a:pt x="120372" y="268605"/>
                  <a:pt x="127814" y="261164"/>
                </a:cubicBezTo>
                <a:cubicBezTo>
                  <a:pt x="135255" y="253722"/>
                  <a:pt x="135255" y="241637"/>
                  <a:pt x="127814" y="234196"/>
                </a:cubicBezTo>
                <a:lnTo>
                  <a:pt x="65068" y="171450"/>
                </a:ln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65068" y="133350"/>
                </a:lnTo>
                <a:lnTo>
                  <a:pt x="127814" y="70604"/>
                </a:lnTo>
                <a:cubicBezTo>
                  <a:pt x="135255" y="63163"/>
                  <a:pt x="135255" y="51078"/>
                  <a:pt x="127814" y="43636"/>
                </a:cubicBezTo>
                <a:cubicBezTo>
                  <a:pt x="120372" y="36195"/>
                  <a:pt x="108287" y="36195"/>
                  <a:pt x="100846" y="43636"/>
                </a:cubicBezTo>
                <a:lnTo>
                  <a:pt x="5596" y="138886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8" name="Shape 5"/>
          <p:cNvSpPr/>
          <p:nvPr/>
        </p:nvSpPr>
        <p:spPr>
          <a:xfrm>
            <a:off x="8227695" y="3794758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71438" y="92869"/>
                </a:moveTo>
                <a:cubicBezTo>
                  <a:pt x="83266" y="92869"/>
                  <a:pt x="92869" y="83266"/>
                  <a:pt x="92869" y="71438"/>
                </a:cubicBezTo>
                <a:cubicBezTo>
                  <a:pt x="92869" y="59609"/>
                  <a:pt x="83266" y="50006"/>
                  <a:pt x="71438" y="50006"/>
                </a:cubicBezTo>
                <a:cubicBezTo>
                  <a:pt x="59609" y="50006"/>
                  <a:pt x="50006" y="59609"/>
                  <a:pt x="50006" y="71438"/>
                </a:cubicBezTo>
                <a:cubicBezTo>
                  <a:pt x="50006" y="83266"/>
                  <a:pt x="59609" y="92869"/>
                  <a:pt x="71438" y="92869"/>
                </a:cubicBezTo>
                <a:close/>
                <a:moveTo>
                  <a:pt x="142875" y="71438"/>
                </a:moveTo>
                <a:cubicBezTo>
                  <a:pt x="142875" y="100727"/>
                  <a:pt x="125284" y="125909"/>
                  <a:pt x="100013" y="136892"/>
                </a:cubicBezTo>
                <a:lnTo>
                  <a:pt x="100013" y="200025"/>
                </a:lnTo>
                <a:lnTo>
                  <a:pt x="257175" y="200025"/>
                </a:lnTo>
                <a:cubicBezTo>
                  <a:pt x="280839" y="200025"/>
                  <a:pt x="300038" y="180826"/>
                  <a:pt x="300038" y="157163"/>
                </a:cubicBezTo>
                <a:lnTo>
                  <a:pt x="300038" y="136892"/>
                </a:lnTo>
                <a:cubicBezTo>
                  <a:pt x="274766" y="125909"/>
                  <a:pt x="257175" y="100727"/>
                  <a:pt x="257175" y="71438"/>
                </a:cubicBezTo>
                <a:cubicBezTo>
                  <a:pt x="257175" y="31968"/>
                  <a:pt x="289143" y="0"/>
                  <a:pt x="328613" y="0"/>
                </a:cubicBezTo>
                <a:cubicBezTo>
                  <a:pt x="368082" y="0"/>
                  <a:pt x="400050" y="31968"/>
                  <a:pt x="400050" y="71438"/>
                </a:cubicBezTo>
                <a:cubicBezTo>
                  <a:pt x="400050" y="100727"/>
                  <a:pt x="382459" y="125909"/>
                  <a:pt x="357188" y="136892"/>
                </a:cubicBezTo>
                <a:lnTo>
                  <a:pt x="357188" y="157163"/>
                </a:lnTo>
                <a:cubicBezTo>
                  <a:pt x="357188" y="212437"/>
                  <a:pt x="312450" y="257175"/>
                  <a:pt x="257175" y="257175"/>
                </a:cubicBezTo>
                <a:lnTo>
                  <a:pt x="100013" y="257175"/>
                </a:lnTo>
                <a:lnTo>
                  <a:pt x="100013" y="320308"/>
                </a:lnTo>
                <a:cubicBezTo>
                  <a:pt x="125284" y="331291"/>
                  <a:pt x="142875" y="356473"/>
                  <a:pt x="142875" y="385763"/>
                </a:cubicBezTo>
                <a:cubicBezTo>
                  <a:pt x="142875" y="425232"/>
                  <a:pt x="110907" y="457200"/>
                  <a:pt x="71438" y="457200"/>
                </a:cubicBezTo>
                <a:cubicBezTo>
                  <a:pt x="31968" y="457200"/>
                  <a:pt x="0" y="425232"/>
                  <a:pt x="0" y="385763"/>
                </a:cubicBezTo>
                <a:cubicBezTo>
                  <a:pt x="0" y="356473"/>
                  <a:pt x="17591" y="331291"/>
                  <a:pt x="42863" y="320308"/>
                </a:cubicBezTo>
                <a:lnTo>
                  <a:pt x="42863" y="136981"/>
                </a:lnTo>
                <a:cubicBezTo>
                  <a:pt x="17591" y="125909"/>
                  <a:pt x="0" y="100727"/>
                  <a:pt x="0" y="71438"/>
                </a:cubicBezTo>
                <a:cubicBezTo>
                  <a:pt x="0" y="31968"/>
                  <a:pt x="31968" y="0"/>
                  <a:pt x="71438" y="0"/>
                </a:cubicBezTo>
                <a:cubicBezTo>
                  <a:pt x="110907" y="0"/>
                  <a:pt x="142875" y="31968"/>
                  <a:pt x="142875" y="71438"/>
                </a:cubicBezTo>
                <a:close/>
                <a:moveTo>
                  <a:pt x="350044" y="71438"/>
                </a:moveTo>
                <a:cubicBezTo>
                  <a:pt x="350044" y="59609"/>
                  <a:pt x="340441" y="50006"/>
                  <a:pt x="328613" y="50006"/>
                </a:cubicBezTo>
                <a:cubicBezTo>
                  <a:pt x="316784" y="50006"/>
                  <a:pt x="307181" y="59609"/>
                  <a:pt x="307181" y="71438"/>
                </a:cubicBezTo>
                <a:cubicBezTo>
                  <a:pt x="307181" y="83266"/>
                  <a:pt x="316784" y="92869"/>
                  <a:pt x="328613" y="92869"/>
                </a:cubicBezTo>
                <a:cubicBezTo>
                  <a:pt x="340441" y="92869"/>
                  <a:pt x="350044" y="83266"/>
                  <a:pt x="350044" y="71438"/>
                </a:cubicBezTo>
                <a:close/>
                <a:moveTo>
                  <a:pt x="71438" y="407194"/>
                </a:moveTo>
                <a:cubicBezTo>
                  <a:pt x="83266" y="407194"/>
                  <a:pt x="92869" y="397591"/>
                  <a:pt x="92869" y="385763"/>
                </a:cubicBezTo>
                <a:cubicBezTo>
                  <a:pt x="92869" y="373934"/>
                  <a:pt x="83266" y="364331"/>
                  <a:pt x="71438" y="364331"/>
                </a:cubicBezTo>
                <a:cubicBezTo>
                  <a:pt x="59609" y="364331"/>
                  <a:pt x="50006" y="373934"/>
                  <a:pt x="50006" y="385763"/>
                </a:cubicBezTo>
                <a:cubicBezTo>
                  <a:pt x="50006" y="397591"/>
                  <a:pt x="59609" y="407194"/>
                  <a:pt x="71438" y="407194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9" name="Text 6"/>
          <p:cNvSpPr/>
          <p:nvPr/>
        </p:nvSpPr>
        <p:spPr>
          <a:xfrm>
            <a:off x="7579896" y="4353557"/>
            <a:ext cx="1961146" cy="61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شاخه Feature</a:t>
            </a:r>
            <a:endParaRPr 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09460" y="40335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138946"/>
                </a:moveTo>
                <a:cubicBezTo>
                  <a:pt x="-1845" y="146387"/>
                  <a:pt x="-1845" y="158472"/>
                  <a:pt x="5596" y="165914"/>
                </a:cubicBezTo>
                <a:lnTo>
                  <a:pt x="100846" y="261164"/>
                </a:lnTo>
                <a:cubicBezTo>
                  <a:pt x="108287" y="268605"/>
                  <a:pt x="120372" y="268605"/>
                  <a:pt x="127814" y="261164"/>
                </a:cubicBezTo>
                <a:cubicBezTo>
                  <a:pt x="135255" y="253722"/>
                  <a:pt x="135255" y="241637"/>
                  <a:pt x="127814" y="234196"/>
                </a:cubicBezTo>
                <a:lnTo>
                  <a:pt x="65068" y="171450"/>
                </a:ln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65068" y="133350"/>
                </a:lnTo>
                <a:lnTo>
                  <a:pt x="127814" y="70604"/>
                </a:lnTo>
                <a:cubicBezTo>
                  <a:pt x="135255" y="63163"/>
                  <a:pt x="135255" y="51078"/>
                  <a:pt x="127814" y="43636"/>
                </a:cubicBezTo>
                <a:cubicBezTo>
                  <a:pt x="120372" y="36195"/>
                  <a:pt x="108287" y="36195"/>
                  <a:pt x="100846" y="43636"/>
                </a:cubicBezTo>
                <a:lnTo>
                  <a:pt x="5596" y="138886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1" name="Shape 8"/>
          <p:cNvSpPr/>
          <p:nvPr/>
        </p:nvSpPr>
        <p:spPr>
          <a:xfrm>
            <a:off x="5867400" y="37947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2894" y="21431"/>
                </a:moveTo>
                <a:cubicBezTo>
                  <a:pt x="292894" y="12769"/>
                  <a:pt x="287715" y="4911"/>
                  <a:pt x="279678" y="1607"/>
                </a:cubicBezTo>
                <a:cubicBezTo>
                  <a:pt x="271641" y="-1697"/>
                  <a:pt x="262444" y="179"/>
                  <a:pt x="256282" y="6251"/>
                </a:cubicBezTo>
                <a:lnTo>
                  <a:pt x="206276" y="56257"/>
                </a:lnTo>
                <a:cubicBezTo>
                  <a:pt x="197882" y="64651"/>
                  <a:pt x="197882" y="78224"/>
                  <a:pt x="206276" y="86529"/>
                </a:cubicBezTo>
                <a:lnTo>
                  <a:pt x="256282" y="136535"/>
                </a:lnTo>
                <a:cubicBezTo>
                  <a:pt x="262444" y="142696"/>
                  <a:pt x="271641" y="144482"/>
                  <a:pt x="279678" y="141178"/>
                </a:cubicBezTo>
                <a:cubicBezTo>
                  <a:pt x="287715" y="137874"/>
                  <a:pt x="292894" y="130106"/>
                  <a:pt x="292894" y="121444"/>
                </a:cubicBezTo>
                <a:lnTo>
                  <a:pt x="292894" y="100013"/>
                </a:lnTo>
                <a:lnTo>
                  <a:pt x="314325" y="100013"/>
                </a:lnTo>
                <a:cubicBezTo>
                  <a:pt x="330131" y="100013"/>
                  <a:pt x="342900" y="112782"/>
                  <a:pt x="342900" y="128588"/>
                </a:cubicBezTo>
                <a:lnTo>
                  <a:pt x="342900" y="320308"/>
                </a:lnTo>
                <a:cubicBezTo>
                  <a:pt x="317629" y="331291"/>
                  <a:pt x="300038" y="356473"/>
                  <a:pt x="300038" y="385763"/>
                </a:cubicBezTo>
                <a:cubicBezTo>
                  <a:pt x="300038" y="425232"/>
                  <a:pt x="332006" y="457200"/>
                  <a:pt x="371475" y="457200"/>
                </a:cubicBezTo>
                <a:cubicBezTo>
                  <a:pt x="410944" y="457200"/>
                  <a:pt x="442913" y="425232"/>
                  <a:pt x="442913" y="385763"/>
                </a:cubicBezTo>
                <a:cubicBezTo>
                  <a:pt x="442913" y="356473"/>
                  <a:pt x="425321" y="331291"/>
                  <a:pt x="400050" y="320308"/>
                </a:cubicBezTo>
                <a:lnTo>
                  <a:pt x="400050" y="128588"/>
                </a:lnTo>
                <a:cubicBezTo>
                  <a:pt x="400050" y="81260"/>
                  <a:pt x="361652" y="42863"/>
                  <a:pt x="314325" y="42863"/>
                </a:cubicBezTo>
                <a:lnTo>
                  <a:pt x="292894" y="42863"/>
                </a:lnTo>
                <a:lnTo>
                  <a:pt x="292894" y="21431"/>
                </a:lnTo>
                <a:close/>
                <a:moveTo>
                  <a:pt x="64294" y="71438"/>
                </a:moveTo>
                <a:cubicBezTo>
                  <a:pt x="64294" y="59609"/>
                  <a:pt x="73897" y="50006"/>
                  <a:pt x="85725" y="50006"/>
                </a:cubicBezTo>
                <a:cubicBezTo>
                  <a:pt x="97553" y="50006"/>
                  <a:pt x="107156" y="59609"/>
                  <a:pt x="107156" y="71438"/>
                </a:cubicBezTo>
                <a:cubicBezTo>
                  <a:pt x="107156" y="83266"/>
                  <a:pt x="97553" y="92869"/>
                  <a:pt x="85725" y="92869"/>
                </a:cubicBezTo>
                <a:cubicBezTo>
                  <a:pt x="73897" y="92869"/>
                  <a:pt x="64294" y="83266"/>
                  <a:pt x="64294" y="71438"/>
                </a:cubicBezTo>
                <a:close/>
                <a:moveTo>
                  <a:pt x="114300" y="136892"/>
                </a:moveTo>
                <a:cubicBezTo>
                  <a:pt x="139571" y="125909"/>
                  <a:pt x="157163" y="100727"/>
                  <a:pt x="157163" y="71438"/>
                </a:cubicBezTo>
                <a:cubicBezTo>
                  <a:pt x="157163" y="31968"/>
                  <a:pt x="125194" y="0"/>
                  <a:pt x="85725" y="0"/>
                </a:cubicBezTo>
                <a:cubicBezTo>
                  <a:pt x="46256" y="0"/>
                  <a:pt x="14288" y="31968"/>
                  <a:pt x="14288" y="71438"/>
                </a:cubicBezTo>
                <a:cubicBezTo>
                  <a:pt x="14288" y="100727"/>
                  <a:pt x="31879" y="125909"/>
                  <a:pt x="57150" y="136892"/>
                </a:cubicBezTo>
                <a:lnTo>
                  <a:pt x="57150" y="320219"/>
                </a:lnTo>
                <a:cubicBezTo>
                  <a:pt x="31879" y="331202"/>
                  <a:pt x="14288" y="356384"/>
                  <a:pt x="14288" y="385673"/>
                </a:cubicBezTo>
                <a:cubicBezTo>
                  <a:pt x="14288" y="425142"/>
                  <a:pt x="46256" y="457111"/>
                  <a:pt x="85725" y="457111"/>
                </a:cubicBezTo>
                <a:cubicBezTo>
                  <a:pt x="125194" y="457111"/>
                  <a:pt x="157163" y="425142"/>
                  <a:pt x="157163" y="385673"/>
                </a:cubicBezTo>
                <a:cubicBezTo>
                  <a:pt x="157163" y="356384"/>
                  <a:pt x="139571" y="331202"/>
                  <a:pt x="114300" y="320219"/>
                </a:cubicBezTo>
                <a:lnTo>
                  <a:pt x="114300" y="136892"/>
                </a:lnTo>
                <a:close/>
                <a:moveTo>
                  <a:pt x="64294" y="385763"/>
                </a:moveTo>
                <a:cubicBezTo>
                  <a:pt x="64294" y="373934"/>
                  <a:pt x="73897" y="364331"/>
                  <a:pt x="85725" y="364331"/>
                </a:cubicBezTo>
                <a:cubicBezTo>
                  <a:pt x="97553" y="364331"/>
                  <a:pt x="107156" y="373934"/>
                  <a:pt x="107156" y="385763"/>
                </a:cubicBezTo>
                <a:cubicBezTo>
                  <a:pt x="107156" y="397591"/>
                  <a:pt x="97553" y="407194"/>
                  <a:pt x="85725" y="407194"/>
                </a:cubicBezTo>
                <a:cubicBezTo>
                  <a:pt x="73897" y="407194"/>
                  <a:pt x="64294" y="397591"/>
                  <a:pt x="64294" y="385763"/>
                </a:cubicBezTo>
                <a:close/>
                <a:moveTo>
                  <a:pt x="371475" y="364331"/>
                </a:moveTo>
                <a:cubicBezTo>
                  <a:pt x="383303" y="364331"/>
                  <a:pt x="392906" y="373934"/>
                  <a:pt x="392906" y="385763"/>
                </a:cubicBezTo>
                <a:cubicBezTo>
                  <a:pt x="392906" y="397591"/>
                  <a:pt x="383303" y="407194"/>
                  <a:pt x="371475" y="407194"/>
                </a:cubicBezTo>
                <a:cubicBezTo>
                  <a:pt x="359647" y="407194"/>
                  <a:pt x="350044" y="397591"/>
                  <a:pt x="350044" y="385763"/>
                </a:cubicBezTo>
                <a:cubicBezTo>
                  <a:pt x="350044" y="373934"/>
                  <a:pt x="359647" y="364331"/>
                  <a:pt x="371475" y="364331"/>
                </a:cubicBez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2" name="Text 9"/>
          <p:cNvSpPr/>
          <p:nvPr/>
        </p:nvSpPr>
        <p:spPr>
          <a:xfrm>
            <a:off x="5082540" y="4553973"/>
            <a:ext cx="21321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Pull Request</a:t>
            </a:r>
            <a:endParaRPr 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77740" y="40335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138946"/>
                </a:moveTo>
                <a:cubicBezTo>
                  <a:pt x="-1845" y="146387"/>
                  <a:pt x="-1845" y="158472"/>
                  <a:pt x="5596" y="165914"/>
                </a:cubicBezTo>
                <a:lnTo>
                  <a:pt x="100846" y="261164"/>
                </a:lnTo>
                <a:cubicBezTo>
                  <a:pt x="108287" y="268605"/>
                  <a:pt x="120372" y="268605"/>
                  <a:pt x="127814" y="261164"/>
                </a:cubicBezTo>
                <a:cubicBezTo>
                  <a:pt x="135255" y="253722"/>
                  <a:pt x="135255" y="241637"/>
                  <a:pt x="127814" y="234196"/>
                </a:cubicBezTo>
                <a:lnTo>
                  <a:pt x="65068" y="171450"/>
                </a:ln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65068" y="133350"/>
                </a:lnTo>
                <a:lnTo>
                  <a:pt x="127814" y="70604"/>
                </a:lnTo>
                <a:cubicBezTo>
                  <a:pt x="135255" y="63163"/>
                  <a:pt x="135255" y="51078"/>
                  <a:pt x="127814" y="43636"/>
                </a:cubicBezTo>
                <a:cubicBezTo>
                  <a:pt x="120372" y="36195"/>
                  <a:pt x="108287" y="36195"/>
                  <a:pt x="100846" y="43636"/>
                </a:cubicBezTo>
                <a:lnTo>
                  <a:pt x="5596" y="138886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8530" y="3794758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200025"/>
                </a:moveTo>
                <a:cubicBezTo>
                  <a:pt x="337006" y="200025"/>
                  <a:pt x="378619" y="158412"/>
                  <a:pt x="378619" y="107156"/>
                </a:cubicBezTo>
                <a:cubicBezTo>
                  <a:pt x="378619" y="55901"/>
                  <a:pt x="337006" y="14288"/>
                  <a:pt x="285750" y="14288"/>
                </a:cubicBezTo>
                <a:cubicBezTo>
                  <a:pt x="234494" y="14288"/>
                  <a:pt x="192881" y="55901"/>
                  <a:pt x="192881" y="107156"/>
                </a:cubicBezTo>
                <a:cubicBezTo>
                  <a:pt x="192881" y="158412"/>
                  <a:pt x="234494" y="200025"/>
                  <a:pt x="285750" y="200025"/>
                </a:cubicBezTo>
                <a:close/>
                <a:moveTo>
                  <a:pt x="85725" y="207169"/>
                </a:moveTo>
                <a:cubicBezTo>
                  <a:pt x="121210" y="207169"/>
                  <a:pt x="150019" y="178360"/>
                  <a:pt x="150019" y="142875"/>
                </a:cubicBezTo>
                <a:cubicBezTo>
                  <a:pt x="150019" y="107390"/>
                  <a:pt x="121210" y="78581"/>
                  <a:pt x="85725" y="78581"/>
                </a:cubicBezTo>
                <a:cubicBezTo>
                  <a:pt x="50240" y="78581"/>
                  <a:pt x="21431" y="107390"/>
                  <a:pt x="21431" y="142875"/>
                </a:cubicBezTo>
                <a:cubicBezTo>
                  <a:pt x="21431" y="178360"/>
                  <a:pt x="50240" y="207169"/>
                  <a:pt x="85725" y="207169"/>
                </a:cubicBezTo>
                <a:close/>
                <a:moveTo>
                  <a:pt x="0" y="371475"/>
                </a:moveTo>
                <a:lnTo>
                  <a:pt x="0" y="400050"/>
                </a:lnTo>
                <a:cubicBezTo>
                  <a:pt x="0" y="415856"/>
                  <a:pt x="12769" y="428625"/>
                  <a:pt x="28575" y="428625"/>
                </a:cubicBezTo>
                <a:lnTo>
                  <a:pt x="105995" y="428625"/>
                </a:lnTo>
                <a:cubicBezTo>
                  <a:pt x="102156" y="419874"/>
                  <a:pt x="100013" y="410230"/>
                  <a:pt x="100013" y="400050"/>
                </a:cubicBezTo>
                <a:lnTo>
                  <a:pt x="100013" y="385763"/>
                </a:lnTo>
                <a:cubicBezTo>
                  <a:pt x="100013" y="338257"/>
                  <a:pt x="117872" y="294858"/>
                  <a:pt x="147251" y="261997"/>
                </a:cubicBezTo>
                <a:cubicBezTo>
                  <a:pt x="136803" y="258872"/>
                  <a:pt x="125730" y="257175"/>
                  <a:pt x="114300" y="257175"/>
                </a:cubicBezTo>
                <a:cubicBezTo>
                  <a:pt x="51167" y="257175"/>
                  <a:pt x="0" y="308342"/>
                  <a:pt x="0" y="371475"/>
                </a:cubicBezTo>
                <a:close/>
                <a:moveTo>
                  <a:pt x="550069" y="142875"/>
                </a:moveTo>
                <a:cubicBezTo>
                  <a:pt x="550069" y="107390"/>
                  <a:pt x="521260" y="78581"/>
                  <a:pt x="485775" y="78581"/>
                </a:cubicBezTo>
                <a:cubicBezTo>
                  <a:pt x="450290" y="78581"/>
                  <a:pt x="421481" y="107390"/>
                  <a:pt x="421481" y="142875"/>
                </a:cubicBezTo>
                <a:cubicBezTo>
                  <a:pt x="421481" y="178360"/>
                  <a:pt x="450290" y="207169"/>
                  <a:pt x="485775" y="207169"/>
                </a:cubicBezTo>
                <a:cubicBezTo>
                  <a:pt x="521260" y="207169"/>
                  <a:pt x="550069" y="178360"/>
                  <a:pt x="550069" y="142875"/>
                </a:cubicBezTo>
                <a:close/>
                <a:moveTo>
                  <a:pt x="142875" y="385763"/>
                </a:moveTo>
                <a:lnTo>
                  <a:pt x="142875" y="400050"/>
                </a:lnTo>
                <a:cubicBezTo>
                  <a:pt x="142875" y="415856"/>
                  <a:pt x="155644" y="428625"/>
                  <a:pt x="171450" y="428625"/>
                </a:cubicBezTo>
                <a:lnTo>
                  <a:pt x="311468" y="428625"/>
                </a:lnTo>
                <a:cubicBezTo>
                  <a:pt x="305127" y="409337"/>
                  <a:pt x="305842" y="388977"/>
                  <a:pt x="321022" y="371475"/>
                </a:cubicBezTo>
                <a:cubicBezTo>
                  <a:pt x="308521" y="357009"/>
                  <a:pt x="302716" y="336024"/>
                  <a:pt x="310842" y="314950"/>
                </a:cubicBezTo>
                <a:cubicBezTo>
                  <a:pt x="316736" y="299680"/>
                  <a:pt x="325041" y="285393"/>
                  <a:pt x="335310" y="272713"/>
                </a:cubicBezTo>
                <a:cubicBezTo>
                  <a:pt x="340132" y="266819"/>
                  <a:pt x="345668" y="262265"/>
                  <a:pt x="351651" y="258961"/>
                </a:cubicBezTo>
                <a:cubicBezTo>
                  <a:pt x="331916" y="248692"/>
                  <a:pt x="309503" y="242888"/>
                  <a:pt x="285750" y="242888"/>
                </a:cubicBezTo>
                <a:cubicBezTo>
                  <a:pt x="206812" y="242888"/>
                  <a:pt x="142875" y="306824"/>
                  <a:pt x="142875" y="385763"/>
                </a:cubicBezTo>
                <a:close/>
                <a:moveTo>
                  <a:pt x="557748" y="346383"/>
                </a:moveTo>
                <a:cubicBezTo>
                  <a:pt x="563374" y="343168"/>
                  <a:pt x="566231" y="336471"/>
                  <a:pt x="563820" y="330309"/>
                </a:cubicBezTo>
                <a:cubicBezTo>
                  <a:pt x="559534" y="319236"/>
                  <a:pt x="553551" y="308789"/>
                  <a:pt x="546050" y="299591"/>
                </a:cubicBezTo>
                <a:cubicBezTo>
                  <a:pt x="541943" y="294501"/>
                  <a:pt x="534710" y="293608"/>
                  <a:pt x="529084" y="296912"/>
                </a:cubicBezTo>
                <a:cubicBezTo>
                  <a:pt x="509617" y="308164"/>
                  <a:pt x="485686" y="294412"/>
                  <a:pt x="485686" y="271820"/>
                </a:cubicBezTo>
                <a:cubicBezTo>
                  <a:pt x="485686" y="265301"/>
                  <a:pt x="481310" y="259497"/>
                  <a:pt x="474881" y="258514"/>
                </a:cubicBezTo>
                <a:cubicBezTo>
                  <a:pt x="463361" y="256729"/>
                  <a:pt x="450949" y="256729"/>
                  <a:pt x="439430" y="258514"/>
                </a:cubicBezTo>
                <a:cubicBezTo>
                  <a:pt x="433001" y="259497"/>
                  <a:pt x="428625" y="265301"/>
                  <a:pt x="428625" y="271820"/>
                </a:cubicBezTo>
                <a:cubicBezTo>
                  <a:pt x="428625" y="294322"/>
                  <a:pt x="404693" y="308164"/>
                  <a:pt x="385227" y="296912"/>
                </a:cubicBezTo>
                <a:cubicBezTo>
                  <a:pt x="379601" y="293697"/>
                  <a:pt x="372368" y="294590"/>
                  <a:pt x="368260" y="299591"/>
                </a:cubicBezTo>
                <a:cubicBezTo>
                  <a:pt x="360759" y="308789"/>
                  <a:pt x="354776" y="319236"/>
                  <a:pt x="350490" y="330309"/>
                </a:cubicBezTo>
                <a:cubicBezTo>
                  <a:pt x="348169" y="336381"/>
                  <a:pt x="350937" y="343079"/>
                  <a:pt x="356562" y="346293"/>
                </a:cubicBezTo>
                <a:cubicBezTo>
                  <a:pt x="376118" y="357545"/>
                  <a:pt x="376118" y="385137"/>
                  <a:pt x="356562" y="396478"/>
                </a:cubicBezTo>
                <a:cubicBezTo>
                  <a:pt x="350937" y="399693"/>
                  <a:pt x="348079" y="406390"/>
                  <a:pt x="350490" y="412462"/>
                </a:cubicBezTo>
                <a:cubicBezTo>
                  <a:pt x="354776" y="423535"/>
                  <a:pt x="360759" y="433983"/>
                  <a:pt x="368260" y="443180"/>
                </a:cubicBezTo>
                <a:cubicBezTo>
                  <a:pt x="372368" y="448270"/>
                  <a:pt x="379601" y="449163"/>
                  <a:pt x="385227" y="445859"/>
                </a:cubicBezTo>
                <a:cubicBezTo>
                  <a:pt x="404693" y="434608"/>
                  <a:pt x="428625" y="448449"/>
                  <a:pt x="428625" y="470952"/>
                </a:cubicBezTo>
                <a:cubicBezTo>
                  <a:pt x="428625" y="477470"/>
                  <a:pt x="433001" y="483275"/>
                  <a:pt x="439430" y="484257"/>
                </a:cubicBezTo>
                <a:cubicBezTo>
                  <a:pt x="450949" y="486043"/>
                  <a:pt x="463361" y="486043"/>
                  <a:pt x="474881" y="484257"/>
                </a:cubicBezTo>
                <a:cubicBezTo>
                  <a:pt x="481310" y="483275"/>
                  <a:pt x="485686" y="477470"/>
                  <a:pt x="485686" y="470952"/>
                </a:cubicBezTo>
                <a:cubicBezTo>
                  <a:pt x="485686" y="448449"/>
                  <a:pt x="509617" y="434608"/>
                  <a:pt x="529084" y="445859"/>
                </a:cubicBezTo>
                <a:cubicBezTo>
                  <a:pt x="534710" y="449074"/>
                  <a:pt x="541943" y="448181"/>
                  <a:pt x="546050" y="443180"/>
                </a:cubicBezTo>
                <a:cubicBezTo>
                  <a:pt x="553551" y="433983"/>
                  <a:pt x="559534" y="423535"/>
                  <a:pt x="563820" y="412462"/>
                </a:cubicBezTo>
                <a:cubicBezTo>
                  <a:pt x="566142" y="406390"/>
                  <a:pt x="563374" y="399693"/>
                  <a:pt x="557748" y="396478"/>
                </a:cubicBezTo>
                <a:cubicBezTo>
                  <a:pt x="538192" y="385227"/>
                  <a:pt x="538192" y="357634"/>
                  <a:pt x="557748" y="346293"/>
                </a:cubicBezTo>
                <a:close/>
                <a:moveTo>
                  <a:pt x="421481" y="371475"/>
                </a:moveTo>
                <a:cubicBezTo>
                  <a:pt x="421481" y="351761"/>
                  <a:pt x="437486" y="335756"/>
                  <a:pt x="457200" y="335756"/>
                </a:cubicBezTo>
                <a:cubicBezTo>
                  <a:pt x="476914" y="335756"/>
                  <a:pt x="492919" y="351761"/>
                  <a:pt x="492919" y="371475"/>
                </a:cubicBezTo>
                <a:cubicBezTo>
                  <a:pt x="492919" y="391189"/>
                  <a:pt x="476914" y="407194"/>
                  <a:pt x="457200" y="407194"/>
                </a:cubicBezTo>
                <a:cubicBezTo>
                  <a:pt x="437486" y="407194"/>
                  <a:pt x="421481" y="391189"/>
                  <a:pt x="421481" y="371475"/>
                </a:cubicBezTo>
                <a:close/>
              </a:path>
            </a:pathLst>
          </a:custGeom>
          <a:solidFill>
            <a:srgbClr val="3C5A85"/>
          </a:solidFill>
          <a:ln/>
        </p:spPr>
      </p:sp>
      <p:sp>
        <p:nvSpPr>
          <p:cNvPr id="15" name="Text 12"/>
          <p:cNvSpPr/>
          <p:nvPr/>
        </p:nvSpPr>
        <p:spPr>
          <a:xfrm>
            <a:off x="2403007" y="4428286"/>
            <a:ext cx="2636963" cy="487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Review &amp; Merge</a:t>
            </a:r>
            <a:endParaRPr 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446020" y="40335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596" y="138946"/>
                </a:moveTo>
                <a:cubicBezTo>
                  <a:pt x="-1845" y="146387"/>
                  <a:pt x="-1845" y="158472"/>
                  <a:pt x="5596" y="165914"/>
                </a:cubicBezTo>
                <a:lnTo>
                  <a:pt x="100846" y="261164"/>
                </a:lnTo>
                <a:cubicBezTo>
                  <a:pt x="108287" y="268605"/>
                  <a:pt x="120372" y="268605"/>
                  <a:pt x="127814" y="261164"/>
                </a:cubicBezTo>
                <a:cubicBezTo>
                  <a:pt x="135255" y="253722"/>
                  <a:pt x="135255" y="241637"/>
                  <a:pt x="127814" y="234196"/>
                </a:cubicBezTo>
                <a:lnTo>
                  <a:pt x="65068" y="171450"/>
                </a:ln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65068" y="133350"/>
                </a:lnTo>
                <a:lnTo>
                  <a:pt x="127814" y="70604"/>
                </a:lnTo>
                <a:cubicBezTo>
                  <a:pt x="135255" y="63163"/>
                  <a:pt x="135255" y="51078"/>
                  <a:pt x="127814" y="43636"/>
                </a:cubicBezTo>
                <a:cubicBezTo>
                  <a:pt x="120372" y="36195"/>
                  <a:pt x="108287" y="36195"/>
                  <a:pt x="100846" y="43636"/>
                </a:cubicBezTo>
                <a:lnTo>
                  <a:pt x="5596" y="138886"/>
                </a:lnTo>
                <a:close/>
              </a:path>
            </a:pathLst>
          </a:custGeom>
          <a:solidFill>
            <a:srgbClr val="9AB3D4"/>
          </a:solidFill>
          <a:ln/>
        </p:spPr>
      </p:sp>
      <p:sp>
        <p:nvSpPr>
          <p:cNvPr id="17" name="Shape 14"/>
          <p:cNvSpPr/>
          <p:nvPr/>
        </p:nvSpPr>
        <p:spPr>
          <a:xfrm>
            <a:off x="1203960" y="37947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8" name="Text 15"/>
          <p:cNvSpPr/>
          <p:nvPr/>
        </p:nvSpPr>
        <p:spPr>
          <a:xfrm>
            <a:off x="-12935" y="4480556"/>
            <a:ext cx="2466566" cy="36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0000400000000000000" pitchFamily="2" charset="-78"/>
              </a:rPr>
              <a:t>Tag &amp; Release</a:t>
            </a:r>
            <a:endParaRPr lang="en-US" sz="2400" dirty="0"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31-d2nf5ap8bjvh7rlivs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805" y="-97790"/>
            <a:ext cx="12311380" cy="6978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651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مزیت‌های حرفه‌ای و بازارکار</a:t>
            </a:r>
            <a:endParaRPr lang="en-US" sz="44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32684" y="2413000"/>
            <a:ext cx="5689600" cy="2184400"/>
          </a:xfrm>
          <a:custGeom>
            <a:avLst/>
            <a:gdLst/>
            <a:ahLst/>
            <a:cxnLst/>
            <a:rect l="l" t="t" r="r" b="b"/>
            <a:pathLst>
              <a:path w="5689600" h="21844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2082804"/>
                </a:lnTo>
                <a:cubicBezTo>
                  <a:pt x="5689600" y="2138914"/>
                  <a:pt x="5644114" y="2184400"/>
                  <a:pt x="55880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3C5A85">
              <a:alpha val="10196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394450" y="2616200"/>
            <a:ext cx="539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مهارت‌های ضروری</a:t>
            </a:r>
            <a:endParaRPr lang="en-US" sz="36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420475" y="32054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7" name="Text 4"/>
          <p:cNvSpPr/>
          <p:nvPr/>
        </p:nvSpPr>
        <p:spPr>
          <a:xfrm>
            <a:off x="8000355" y="3213100"/>
            <a:ext cx="3319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Branching، PR 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420475" y="36626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9" name="Text 6"/>
          <p:cNvSpPr/>
          <p:nvPr/>
        </p:nvSpPr>
        <p:spPr>
          <a:xfrm>
            <a:off x="8329808" y="3634208"/>
            <a:ext cx="2946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3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همکاری در تیم‌های چندنفره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1420475" y="41198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1" name="Text 8"/>
          <p:cNvSpPr/>
          <p:nvPr/>
        </p:nvSpPr>
        <p:spPr>
          <a:xfrm>
            <a:off x="8203073" y="4074304"/>
            <a:ext cx="33910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1">
              <a:lnSpc>
                <a:spcPct val="13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حل تعارض و Code Review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4000" y="2413000"/>
            <a:ext cx="5689600" cy="2184400"/>
          </a:xfrm>
          <a:custGeom>
            <a:avLst/>
            <a:gdLst/>
            <a:ahLst/>
            <a:cxnLst/>
            <a:rect l="l" t="t" r="r" b="b"/>
            <a:pathLst>
              <a:path w="5689600" h="2184400">
                <a:moveTo>
                  <a:pt x="101596" y="0"/>
                </a:moveTo>
                <a:lnTo>
                  <a:pt x="5588004" y="0"/>
                </a:lnTo>
                <a:cubicBezTo>
                  <a:pt x="5644114" y="0"/>
                  <a:pt x="5689600" y="45486"/>
                  <a:pt x="5689600" y="101596"/>
                </a:cubicBezTo>
                <a:lnTo>
                  <a:pt x="5689600" y="2082804"/>
                </a:lnTo>
                <a:cubicBezTo>
                  <a:pt x="5689600" y="2138914"/>
                  <a:pt x="5644114" y="2184400"/>
                  <a:pt x="55880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9AB3D4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00050" y="2616200"/>
            <a:ext cx="539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3C5A85"/>
                </a:solidFill>
                <a:latin typeface="Arial" panose="020B0604020202020204" pitchFamily="34" charset="0"/>
                <a:ea typeface="Noto Sans SC" pitchFamily="34" charset="-122"/>
                <a:cs typeface="B zar" panose="020B0604020202020204" charset="-78"/>
              </a:rPr>
              <a:t>فرصت‌های شغلی</a:t>
            </a:r>
            <a:endParaRPr lang="en-US" sz="3600" dirty="0">
              <a:latin typeface="Arial" panose="020B0604020202020204" pitchFamily="34" charset="0"/>
              <a:cs typeface="B zar" panose="020B0604020202020204" charset="-7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26075" y="32054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5" name="Text 12"/>
          <p:cNvSpPr/>
          <p:nvPr/>
        </p:nvSpPr>
        <p:spPr>
          <a:xfrm>
            <a:off x="2229633" y="3180567"/>
            <a:ext cx="31048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1">
              <a:lnSpc>
                <a:spcPct val="13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کار روی پروژه‌های بین‌المللی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26075" y="36626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7" name="Text 14"/>
          <p:cNvSpPr/>
          <p:nvPr/>
        </p:nvSpPr>
        <p:spPr>
          <a:xfrm>
            <a:off x="3013244" y="3683000"/>
            <a:ext cx="22369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1">
              <a:lnSpc>
                <a:spcPct val="13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فرصت‌های دورکاری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26075" y="41198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678BC7"/>
          </a:solidFill>
          <a:ln/>
        </p:spPr>
      </p:sp>
      <p:sp>
        <p:nvSpPr>
          <p:cNvPr id="19" name="Text 16"/>
          <p:cNvSpPr/>
          <p:nvPr/>
        </p:nvSpPr>
        <p:spPr>
          <a:xfrm>
            <a:off x="851770" y="4074304"/>
            <a:ext cx="45743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1">
              <a:lnSpc>
                <a:spcPct val="130000"/>
              </a:lnSpc>
            </a:pPr>
            <a:r>
              <a:rPr lang="en-US" sz="24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مشارکت در استارتاپ‌ها و شرکت‌های بزرگ</a:t>
            </a:r>
            <a:endParaRPr lang="en-US" sz="24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03200" y="4902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30000"/>
              </a:lnSpc>
            </a:pPr>
            <a:r>
              <a:rPr lang="en-US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مشارکت متن‌باز به‌عنوان </a:t>
            </a:r>
            <a:r>
              <a:rPr lang="en-US" sz="3600" dirty="0">
                <a:solidFill>
                  <a:srgbClr val="4A4A4A"/>
                </a:solidFill>
                <a:highlight>
                  <a:srgbClr val="9AB3D4">
                    <a:alpha val="30000"/>
                  </a:srgbClr>
                </a:highlight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پورتفولیوی زنده </a:t>
            </a:r>
            <a:r>
              <a:rPr lang="en-US" sz="3600" dirty="0">
                <a:solidFill>
                  <a:srgbClr val="4A4A4A"/>
                </a:solidFill>
                <a:latin typeface="Arial" panose="020B0604020202020204" pitchFamily="34" charset="0"/>
                <a:ea typeface="Noto Sans SC" pitchFamily="34" charset="-122"/>
                <a:cs typeface="B Nazanin" panose="020B0604020202020204" charset="-78"/>
              </a:rPr>
              <a:t>عمل کرده و اعتبار حرفه‌ای می‌آورد.</a:t>
            </a:r>
            <a:endParaRPr lang="en-US" sz="3600" dirty="0">
              <a:latin typeface="Arial" panose="020B0604020202020204" pitchFamily="34" charset="0"/>
              <a:cs typeface="B Nazanin" panose="020B0604020202020204" charset="-78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gradFill flip="none" rotWithShape="0">
          <a:gsLst>
            <a:gs pos="0">
              <a:srgbClr val="94B9FF"/>
            </a:gs>
            <a:gs pos="9000">
              <a:srgbClr val="94B9FF"/>
            </a:gs>
            <a:gs pos="34000">
              <a:srgbClr val="94B9FF">
                <a:alpha val="46000"/>
              </a:srgbClr>
            </a:gs>
            <a:gs pos="62000">
              <a:srgbClr val="94B9FF">
                <a:alpha val="0"/>
              </a:srgbClr>
            </a:gs>
            <a:gs pos="72000">
              <a:srgbClr val="94B9FF">
                <a:alpha val="0"/>
              </a:srgbClr>
            </a:gs>
            <a:gs pos="89000">
              <a:srgbClr val="94B9FF">
                <a:alpha val="46000"/>
              </a:srgbClr>
            </a:gs>
            <a:gs pos="100000">
              <a:srgbClr val="94B9FF">
                <a:alpha val="46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40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962949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98492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234036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6958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50512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640667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77621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11754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047298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182841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318385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28193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57106" y="2098040"/>
            <a:ext cx="0" cy="1844892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92650" y="2098040"/>
            <a:ext cx="0" cy="1737995"/>
          </a:xfrm>
          <a:prstGeom prst="line">
            <a:avLst/>
          </a:prstGeom>
          <a:noFill/>
          <a:ln w="53975">
            <a:gradFill flip="none" rotWithShape="1">
              <a:gsLst>
                <a:gs pos="0">
                  <a:srgbClr val="3766C1">
                    <a:alpha val="36000"/>
                  </a:srgbClr>
                </a:gs>
                <a:gs pos="23000">
                  <a:srgbClr val="3766C1">
                    <a:alpha val="36000"/>
                  </a:srgbClr>
                </a:gs>
                <a:gs pos="50000">
                  <a:srgbClr val="4874CB">
                    <a:alpha val="94000"/>
                  </a:srgbClr>
                </a:gs>
                <a:gs pos="100000">
                  <a:srgbClr val="698ED4">
                    <a:alpha val="77000"/>
                  </a:srgbClr>
                </a:gs>
              </a:gsLst>
              <a:lin ang="8040000" scaled="1"/>
            </a:gradFill>
            <a:prstDash val="sysDot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19" name="Text 17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39925" y="380348"/>
            <a:ext cx="9644380" cy="31559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>
              <a:lnSpc>
                <a:spcPct val="100000"/>
              </a:lnSpc>
            </a:pPr>
            <a:r>
              <a:rPr lang="en-US" sz="9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600" dirty="0"/>
          </a:p>
          <a:p>
            <a:pPr algn="r">
              <a:lnSpc>
                <a:spcPct val="100000"/>
              </a:lnSpc>
            </a:pPr>
            <a:r>
              <a:rPr lang="en-US" sz="9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ＴＨＡＮＫＳ</a:t>
            </a:r>
            <a:endParaRPr lang="en-US" sz="9600" dirty="0"/>
          </a:p>
        </p:txBody>
      </p:sp>
      <p:sp>
        <p:nvSpPr>
          <p:cNvPr id="21" name="Shape 19"/>
          <p:cNvSpPr/>
          <p:nvPr/>
        </p:nvSpPr>
        <p:spPr>
          <a:xfrm flipH="1">
            <a:off x="4814570" y="3940175"/>
            <a:ext cx="6555740" cy="0"/>
          </a:xfrm>
          <a:prstGeom prst="line">
            <a:avLst/>
          </a:prstGeom>
          <a:noFill/>
          <a:ln w="38100">
            <a:solidFill>
              <a:srgbClr val="4874CB"/>
            </a:solidFill>
            <a:prstDash val="solid"/>
            <a:headEnd type="none"/>
            <a:tailEnd type="none"/>
          </a:ln>
        </p:spPr>
      </p:sp>
      <p:pic>
        <p:nvPicPr>
          <p:cNvPr id="22" name="Image 0" descr="https://kimi-img.moonshot.cn/pub/slides/slides_tmpl/image/25-08-27-19:57:29-d2nf5a98bjvh7rlivr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60" y="4203065"/>
            <a:ext cx="303530" cy="142875"/>
          </a:xfrm>
          <a:prstGeom prst="rect">
            <a:avLst/>
          </a:prstGeom>
        </p:spPr>
      </p:pic>
      <p:pic>
        <p:nvPicPr>
          <p:cNvPr id="23" name="Image 1" descr="https://kimi-img.moonshot.cn/pub/slides/slides_tmpl/image/25-08-27-19:57:29-d2nf5a98bjvh7rlivr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" y="2628265"/>
            <a:ext cx="4368800" cy="3149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19:57:29-d2nf5a98bjvh7rlivr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95" y="3435985"/>
            <a:ext cx="4284345" cy="17075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22410" y="4598035"/>
            <a:ext cx="2331720" cy="429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749</Words>
  <Application>Microsoft Office PowerPoint</Application>
  <PresentationFormat>Widescreen</PresentationFormat>
  <Paragraphs>137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B Nazanin</vt:lpstr>
      <vt:lpstr>Arial</vt:lpstr>
      <vt:lpstr>Noto Sans SC</vt:lpstr>
      <vt:lpstr>B Zar</vt:lpstr>
      <vt:lpstr>MiSans</vt:lpstr>
      <vt:lpstr>Arial Rounded MT Bold</vt:lpstr>
      <vt:lpstr>Arial Black</vt:lpstr>
      <vt:lpstr>Times New Roman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گیت و گیت‌هاب: از صفر تا همکاری</dc:title>
  <dc:subject>گیت و گیت‌هاب: از صفر تا همکاری</dc:subject>
  <dc:creator>Kimi</dc:creator>
  <cp:lastModifiedBy>Mohammad Rahimy</cp:lastModifiedBy>
  <cp:revision>23</cp:revision>
  <dcterms:created xsi:type="dcterms:W3CDTF">2025-11-23T16:34:04Z</dcterms:created>
  <dcterms:modified xsi:type="dcterms:W3CDTF">2025-12-15T06:16:49Z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{"Label":"گیت و گیت‌هاب: از صفر تا همکاری","ContentProducer":"001191110108MACG2KBH8F10000","ProduceID":"d4flsgbfoslutkao70vg","ReservedCode1":"","ContentPropagator":"001191110108MACG2KBH8F20000","PropagateID":"d4flsgbfoslutkao70vg","ReservedCode2":""}</vt:lpwstr>
  </property>
</Properties>
</file>